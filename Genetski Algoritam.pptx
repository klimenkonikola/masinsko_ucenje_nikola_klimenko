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5EAA8-A88E-4D9E-85CB-73B999F7812A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F9E866-83D1-4E99-9A8D-B06DE1EDFDB6}">
      <dgm:prSet/>
      <dgm:spPr/>
      <dgm:t>
        <a:bodyPr/>
        <a:lstStyle/>
        <a:p>
          <a:r>
            <a:rPr lang="en-US" b="1" dirty="0" smtClean="0"/>
            <a:t>Populacija organizama</a:t>
          </a:r>
          <a:endParaRPr lang="en-US" b="1" dirty="0"/>
        </a:p>
      </dgm:t>
    </dgm:pt>
    <dgm:pt modelId="{B3A8715E-DA33-4805-AAE6-ABFB95A7252E}" type="parTrans" cxnId="{8DFD0F05-D8EE-4D90-87DB-2CF5EB1CC73E}">
      <dgm:prSet/>
      <dgm:spPr/>
      <dgm:t>
        <a:bodyPr/>
        <a:lstStyle/>
        <a:p>
          <a:endParaRPr lang="en-US"/>
        </a:p>
      </dgm:t>
    </dgm:pt>
    <dgm:pt modelId="{A72CE317-658D-47B7-AF15-238F4158EC47}" type="sibTrans" cxnId="{8DFD0F05-D8EE-4D90-87DB-2CF5EB1CC73E}">
      <dgm:prSet/>
      <dgm:spPr/>
      <dgm:t>
        <a:bodyPr/>
        <a:lstStyle/>
        <a:p>
          <a:endParaRPr lang="en-US"/>
        </a:p>
      </dgm:t>
    </dgm:pt>
    <dgm:pt modelId="{0F93C644-A2CD-4C76-A969-F5CCDC6EA20A}">
      <dgm:prSet/>
      <dgm:spPr/>
      <dgm:t>
        <a:bodyPr/>
        <a:lstStyle/>
        <a:p>
          <a:r>
            <a:rPr lang="en-US" b="1" dirty="0" smtClean="0"/>
            <a:t>Fitness = "</a:t>
          </a:r>
          <a:r>
            <a:rPr lang="en-US" b="1" dirty="0" err="1" smtClean="0"/>
            <a:t>Sposobnost</a:t>
          </a:r>
          <a:r>
            <a:rPr lang="en-US" b="1" dirty="0" smtClean="0"/>
            <a:t> </a:t>
          </a:r>
          <a:r>
            <a:rPr lang="en-US" b="1" dirty="0" err="1" smtClean="0"/>
            <a:t>za</a:t>
          </a:r>
          <a:r>
            <a:rPr lang="en-US" b="1" dirty="0" smtClean="0"/>
            <a:t> </a:t>
          </a:r>
          <a:r>
            <a:rPr lang="en-US" b="1" dirty="0" err="1" smtClean="0"/>
            <a:t>preživljavanje</a:t>
          </a:r>
          <a:r>
            <a:rPr lang="en-US" b="1" dirty="0" smtClean="0"/>
            <a:t>"</a:t>
          </a:r>
          <a:endParaRPr lang="en-US" b="1" dirty="0"/>
        </a:p>
      </dgm:t>
    </dgm:pt>
    <dgm:pt modelId="{C610940D-4248-4332-9F11-AB3889F16A1F}" type="parTrans" cxnId="{50D56714-5E8E-44BE-8716-EAC1822CDD24}">
      <dgm:prSet/>
      <dgm:spPr/>
      <dgm:t>
        <a:bodyPr/>
        <a:lstStyle/>
        <a:p>
          <a:endParaRPr lang="en-US"/>
        </a:p>
      </dgm:t>
    </dgm:pt>
    <dgm:pt modelId="{C2D00FC2-7B5F-4E5A-A787-86375635AD9A}" type="sibTrans" cxnId="{50D56714-5E8E-44BE-8716-EAC1822CDD24}">
      <dgm:prSet/>
      <dgm:spPr/>
      <dgm:t>
        <a:bodyPr/>
        <a:lstStyle/>
        <a:p>
          <a:endParaRPr lang="en-US"/>
        </a:p>
      </dgm:t>
    </dgm:pt>
    <dgm:pt modelId="{8A383945-48CF-44D3-BAC8-7C9344013BD9}">
      <dgm:prSet/>
      <dgm:spPr/>
      <dgm:t>
        <a:bodyPr/>
        <a:lstStyle/>
        <a:p>
          <a:r>
            <a:rPr lang="en-US" b="1" dirty="0" err="1" smtClean="0"/>
            <a:t>Selekcija</a:t>
          </a:r>
          <a:r>
            <a:rPr lang="en-US" b="1" dirty="0" smtClean="0"/>
            <a:t> = "</a:t>
          </a:r>
          <a:r>
            <a:rPr lang="en-US" b="1" dirty="0" err="1" smtClean="0"/>
            <a:t>Prirodna</a:t>
          </a:r>
          <a:r>
            <a:rPr lang="en-US" b="1" dirty="0" smtClean="0"/>
            <a:t> </a:t>
          </a:r>
          <a:r>
            <a:rPr lang="en-US" b="1" dirty="0" err="1" smtClean="0"/>
            <a:t>selekcija</a:t>
          </a:r>
          <a:r>
            <a:rPr lang="en-US" b="1" dirty="0" smtClean="0"/>
            <a:t>" (</a:t>
          </a:r>
          <a:r>
            <a:rPr lang="en-US" b="1" dirty="0" err="1" smtClean="0"/>
            <a:t>preživjavaju</a:t>
          </a:r>
          <a:r>
            <a:rPr lang="en-US" b="1" dirty="0" smtClean="0"/>
            <a:t> </a:t>
          </a:r>
          <a:r>
            <a:rPr lang="en-US" b="1" dirty="0" err="1" smtClean="0"/>
            <a:t>najbolji</a:t>
          </a:r>
          <a:r>
            <a:rPr lang="en-US" b="1" dirty="0" smtClean="0"/>
            <a:t>)</a:t>
          </a:r>
          <a:endParaRPr lang="en-US" b="1" dirty="0"/>
        </a:p>
      </dgm:t>
    </dgm:pt>
    <dgm:pt modelId="{AAF8062C-118F-44B5-B474-634A5676343B}" type="parTrans" cxnId="{134E023D-EC2A-4412-A2D2-B1E42C019CBE}">
      <dgm:prSet/>
      <dgm:spPr/>
      <dgm:t>
        <a:bodyPr/>
        <a:lstStyle/>
        <a:p>
          <a:endParaRPr lang="en-US"/>
        </a:p>
      </dgm:t>
    </dgm:pt>
    <dgm:pt modelId="{B802D33B-845B-4971-9F8D-68321A539566}" type="sibTrans" cxnId="{134E023D-EC2A-4412-A2D2-B1E42C019CBE}">
      <dgm:prSet/>
      <dgm:spPr/>
      <dgm:t>
        <a:bodyPr/>
        <a:lstStyle/>
        <a:p>
          <a:endParaRPr lang="en-US"/>
        </a:p>
      </dgm:t>
    </dgm:pt>
    <dgm:pt modelId="{A579F0A1-200D-4119-A18D-B9092CC89A28}">
      <dgm:prSet/>
      <dgm:spPr/>
      <dgm:t>
        <a:bodyPr/>
        <a:lstStyle/>
        <a:p>
          <a:r>
            <a:rPr lang="en-US" b="1" dirty="0" err="1" smtClean="0"/>
            <a:t>Reprodukcija</a:t>
          </a:r>
          <a:r>
            <a:rPr lang="en-US" b="1" dirty="0" smtClean="0"/>
            <a:t> = "</a:t>
          </a:r>
          <a:r>
            <a:rPr lang="en-US" b="1" dirty="0" err="1" smtClean="0"/>
            <a:t>Parenje</a:t>
          </a:r>
          <a:r>
            <a:rPr lang="en-US" b="1" dirty="0" smtClean="0"/>
            <a:t>" (</a:t>
          </a:r>
          <a:r>
            <a:rPr lang="en-US" b="1" dirty="0" err="1" smtClean="0"/>
            <a:t>kombinovanje</a:t>
          </a:r>
          <a:r>
            <a:rPr lang="en-US" b="1" dirty="0" smtClean="0"/>
            <a:t> DNK)</a:t>
          </a:r>
          <a:endParaRPr lang="en-US" b="1" dirty="0"/>
        </a:p>
      </dgm:t>
    </dgm:pt>
    <dgm:pt modelId="{16EC8BE1-9553-4228-82C6-23D98D761F58}" type="parTrans" cxnId="{CD204527-8F62-491B-BA53-CF645B1338F6}">
      <dgm:prSet/>
      <dgm:spPr/>
      <dgm:t>
        <a:bodyPr/>
        <a:lstStyle/>
        <a:p>
          <a:endParaRPr lang="en-US"/>
        </a:p>
      </dgm:t>
    </dgm:pt>
    <dgm:pt modelId="{538DBA6B-D4F3-42F5-8D0C-4AA88A276367}" type="sibTrans" cxnId="{CD204527-8F62-491B-BA53-CF645B1338F6}">
      <dgm:prSet/>
      <dgm:spPr/>
      <dgm:t>
        <a:bodyPr/>
        <a:lstStyle/>
        <a:p>
          <a:endParaRPr lang="en-US"/>
        </a:p>
      </dgm:t>
    </dgm:pt>
    <dgm:pt modelId="{2747966F-08A4-4020-AAF0-F225470C7ADF}">
      <dgm:prSet/>
      <dgm:spPr/>
      <dgm:t>
        <a:bodyPr/>
        <a:lstStyle/>
        <a:p>
          <a:r>
            <a:rPr lang="en-US" b="1" dirty="0" err="1" smtClean="0"/>
            <a:t>Mutacija</a:t>
          </a:r>
          <a:r>
            <a:rPr lang="en-US" b="1" dirty="0" smtClean="0"/>
            <a:t> = "</a:t>
          </a:r>
          <a:r>
            <a:rPr lang="en-US" b="1" dirty="0" err="1" smtClean="0"/>
            <a:t>Slučajne</a:t>
          </a:r>
          <a:r>
            <a:rPr lang="en-US" b="1" dirty="0" smtClean="0"/>
            <a:t> </a:t>
          </a:r>
          <a:r>
            <a:rPr lang="en-US" b="1" dirty="0" err="1" smtClean="0"/>
            <a:t>greške</a:t>
          </a:r>
          <a:r>
            <a:rPr lang="en-US" b="1" dirty="0" smtClean="0"/>
            <a:t> u DNK"</a:t>
          </a:r>
          <a:endParaRPr lang="en-US" b="1" dirty="0"/>
        </a:p>
      </dgm:t>
    </dgm:pt>
    <dgm:pt modelId="{133ABC3F-B73F-49E7-B5FC-63C1AA25DB06}" type="parTrans" cxnId="{AB296F20-B639-4EAF-A76C-CAE00BA57D4B}">
      <dgm:prSet/>
      <dgm:spPr/>
      <dgm:t>
        <a:bodyPr/>
        <a:lstStyle/>
        <a:p>
          <a:endParaRPr lang="en-US"/>
        </a:p>
      </dgm:t>
    </dgm:pt>
    <dgm:pt modelId="{313BA1EC-53CD-45FB-B2F7-976210B2DC00}" type="sibTrans" cxnId="{AB296F20-B639-4EAF-A76C-CAE00BA57D4B}">
      <dgm:prSet/>
      <dgm:spPr/>
      <dgm:t>
        <a:bodyPr/>
        <a:lstStyle/>
        <a:p>
          <a:endParaRPr lang="en-US"/>
        </a:p>
      </dgm:t>
    </dgm:pt>
    <dgm:pt modelId="{33E3596C-C3E4-4142-9375-3148903A7B3E}">
      <dgm:prSet/>
      <dgm:spPr/>
      <dgm:t>
        <a:bodyPr/>
        <a:lstStyle/>
        <a:p>
          <a:r>
            <a:rPr lang="en-US" b="1" dirty="0" err="1" smtClean="0"/>
            <a:t>Rezultat</a:t>
          </a:r>
          <a:r>
            <a:rPr lang="en-US" b="1" dirty="0" smtClean="0"/>
            <a:t>: </a:t>
          </a:r>
          <a:r>
            <a:rPr lang="en-US" b="1" dirty="0" err="1" smtClean="0"/>
            <a:t>Vrste</a:t>
          </a:r>
          <a:r>
            <a:rPr lang="en-US" b="1" dirty="0" smtClean="0"/>
            <a:t> se </a:t>
          </a:r>
          <a:r>
            <a:rPr lang="en-US" b="1" dirty="0" err="1" smtClean="0"/>
            <a:t>adaptiraju</a:t>
          </a:r>
          <a:r>
            <a:rPr lang="en-US" b="1" dirty="0" smtClean="0"/>
            <a:t> </a:t>
          </a:r>
          <a:r>
            <a:rPr lang="en-US" b="1" dirty="0" err="1" smtClean="0"/>
            <a:t>okruženju</a:t>
          </a:r>
          <a:endParaRPr lang="en-US" b="1" dirty="0"/>
        </a:p>
      </dgm:t>
    </dgm:pt>
    <dgm:pt modelId="{9E6A6A63-BD8B-456C-BB2F-4259D012A962}" type="parTrans" cxnId="{5B8FD42A-23A4-4435-BF2A-D110FD0C3A21}">
      <dgm:prSet/>
      <dgm:spPr/>
      <dgm:t>
        <a:bodyPr/>
        <a:lstStyle/>
        <a:p>
          <a:endParaRPr lang="en-US"/>
        </a:p>
      </dgm:t>
    </dgm:pt>
    <dgm:pt modelId="{0BBDC97F-4129-448F-A48E-D02397FB60CA}" type="sibTrans" cxnId="{5B8FD42A-23A4-4435-BF2A-D110FD0C3A21}">
      <dgm:prSet/>
      <dgm:spPr/>
      <dgm:t>
        <a:bodyPr/>
        <a:lstStyle/>
        <a:p>
          <a:endParaRPr lang="en-US"/>
        </a:p>
      </dgm:t>
    </dgm:pt>
    <dgm:pt modelId="{BE075B67-E3B5-45B2-8EA9-3580371B2FD5}" type="pres">
      <dgm:prSet presAssocID="{7345EAA8-A88E-4D9E-85CB-73B999F7812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B4E31F-E312-4AC4-8813-F64829B3F811}" type="pres">
      <dgm:prSet presAssocID="{E7F9E866-83D1-4E99-9A8D-B06DE1EDFDB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8A4FB-741F-455F-8B21-0BEA26A913EA}" type="pres">
      <dgm:prSet presAssocID="{A72CE317-658D-47B7-AF15-238F4158EC47}" presName="sibTrans" presStyleLbl="sibTrans1D1" presStyleIdx="0" presStyleCnt="5"/>
      <dgm:spPr/>
      <dgm:t>
        <a:bodyPr/>
        <a:lstStyle/>
        <a:p>
          <a:endParaRPr lang="en-US"/>
        </a:p>
      </dgm:t>
    </dgm:pt>
    <dgm:pt modelId="{2D85101F-73C3-450F-B089-7F8772054F7F}" type="pres">
      <dgm:prSet presAssocID="{A72CE317-658D-47B7-AF15-238F4158EC47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CCCE3555-6FD3-4AC5-AAE9-C89827FF36BC}" type="pres">
      <dgm:prSet presAssocID="{0F93C644-A2CD-4C76-A969-F5CCDC6EA20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8A494F-9BC8-47F3-8355-87DEB2EF90A0}" type="pres">
      <dgm:prSet presAssocID="{C2D00FC2-7B5F-4E5A-A787-86375635AD9A}" presName="sibTrans" presStyleLbl="sibTrans1D1" presStyleIdx="1" presStyleCnt="5"/>
      <dgm:spPr/>
      <dgm:t>
        <a:bodyPr/>
        <a:lstStyle/>
        <a:p>
          <a:endParaRPr lang="en-US"/>
        </a:p>
      </dgm:t>
    </dgm:pt>
    <dgm:pt modelId="{79201BBE-BAA0-4726-8170-63D363D299AA}" type="pres">
      <dgm:prSet presAssocID="{C2D00FC2-7B5F-4E5A-A787-86375635AD9A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B99C1838-4FF1-4D1B-9918-237E05D08D2B}" type="pres">
      <dgm:prSet presAssocID="{8A383945-48CF-44D3-BAC8-7C9344013BD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1AA46B-BA0A-46A3-A3B6-1A172D28F1B6}" type="pres">
      <dgm:prSet presAssocID="{B802D33B-845B-4971-9F8D-68321A539566}" presName="sibTrans" presStyleLbl="sibTrans1D1" presStyleIdx="2" presStyleCnt="5"/>
      <dgm:spPr/>
      <dgm:t>
        <a:bodyPr/>
        <a:lstStyle/>
        <a:p>
          <a:endParaRPr lang="en-US"/>
        </a:p>
      </dgm:t>
    </dgm:pt>
    <dgm:pt modelId="{DB2304E4-97FA-4E1B-B34F-A805E0DEF429}" type="pres">
      <dgm:prSet presAssocID="{B802D33B-845B-4971-9F8D-68321A539566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4C0F4322-EF04-4A99-B368-13B5383361FB}" type="pres">
      <dgm:prSet presAssocID="{A579F0A1-200D-4119-A18D-B9092CC89A28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8FE685-CCC4-412A-BD80-A69F03E83B32}" type="pres">
      <dgm:prSet presAssocID="{538DBA6B-D4F3-42F5-8D0C-4AA88A276367}" presName="sibTrans" presStyleLbl="sibTrans1D1" presStyleIdx="3" presStyleCnt="5"/>
      <dgm:spPr/>
      <dgm:t>
        <a:bodyPr/>
        <a:lstStyle/>
        <a:p>
          <a:endParaRPr lang="en-US"/>
        </a:p>
      </dgm:t>
    </dgm:pt>
    <dgm:pt modelId="{1BCE3DF8-EC95-42E7-B63D-07CDDA1C5D60}" type="pres">
      <dgm:prSet presAssocID="{538DBA6B-D4F3-42F5-8D0C-4AA88A276367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03E1C560-2514-4C8E-86F6-328DDAA097D8}" type="pres">
      <dgm:prSet presAssocID="{2747966F-08A4-4020-AAF0-F225470C7ADF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9520A0-9928-4545-8DEB-49E2070AD0F1}" type="pres">
      <dgm:prSet presAssocID="{313BA1EC-53CD-45FB-B2F7-976210B2DC00}" presName="sibTrans" presStyleLbl="sibTrans1D1" presStyleIdx="4" presStyleCnt="5"/>
      <dgm:spPr/>
      <dgm:t>
        <a:bodyPr/>
        <a:lstStyle/>
        <a:p>
          <a:endParaRPr lang="en-US"/>
        </a:p>
      </dgm:t>
    </dgm:pt>
    <dgm:pt modelId="{214DBBF6-0916-4744-BEA9-B9A39D1E7674}" type="pres">
      <dgm:prSet presAssocID="{313BA1EC-53CD-45FB-B2F7-976210B2DC00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E828426D-77E3-4216-96B6-EF848193BB71}" type="pres">
      <dgm:prSet presAssocID="{33E3596C-C3E4-4142-9375-3148903A7B3E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ABB439-BCFD-4F8D-9145-307763475317}" type="presOf" srcId="{E7F9E866-83D1-4E99-9A8D-B06DE1EDFDB6}" destId="{F6B4E31F-E312-4AC4-8813-F64829B3F811}" srcOrd="0" destOrd="0" presId="urn:microsoft.com/office/officeart/2005/8/layout/bProcess3"/>
    <dgm:cxn modelId="{134E023D-EC2A-4412-A2D2-B1E42C019CBE}" srcId="{7345EAA8-A88E-4D9E-85CB-73B999F7812A}" destId="{8A383945-48CF-44D3-BAC8-7C9344013BD9}" srcOrd="2" destOrd="0" parTransId="{AAF8062C-118F-44B5-B474-634A5676343B}" sibTransId="{B802D33B-845B-4971-9F8D-68321A539566}"/>
    <dgm:cxn modelId="{BF9042B8-66B1-4FD9-9891-432C4C6B766B}" type="presOf" srcId="{33E3596C-C3E4-4142-9375-3148903A7B3E}" destId="{E828426D-77E3-4216-96B6-EF848193BB71}" srcOrd="0" destOrd="0" presId="urn:microsoft.com/office/officeart/2005/8/layout/bProcess3"/>
    <dgm:cxn modelId="{A14FBEC3-BF7C-46C2-8BE5-1A7336E73E4E}" type="presOf" srcId="{538DBA6B-D4F3-42F5-8D0C-4AA88A276367}" destId="{1BCE3DF8-EC95-42E7-B63D-07CDDA1C5D60}" srcOrd="1" destOrd="0" presId="urn:microsoft.com/office/officeart/2005/8/layout/bProcess3"/>
    <dgm:cxn modelId="{52C4491E-F449-4CBA-9F2F-93792041C52F}" type="presOf" srcId="{A72CE317-658D-47B7-AF15-238F4158EC47}" destId="{2D85101F-73C3-450F-B089-7F8772054F7F}" srcOrd="1" destOrd="0" presId="urn:microsoft.com/office/officeart/2005/8/layout/bProcess3"/>
    <dgm:cxn modelId="{2D3009F2-3132-487D-ADBF-25DB231E521D}" type="presOf" srcId="{B802D33B-845B-4971-9F8D-68321A539566}" destId="{2D1AA46B-BA0A-46A3-A3B6-1A172D28F1B6}" srcOrd="0" destOrd="0" presId="urn:microsoft.com/office/officeart/2005/8/layout/bProcess3"/>
    <dgm:cxn modelId="{6829A394-DBF7-4696-B472-CD7D08336FF5}" type="presOf" srcId="{0F93C644-A2CD-4C76-A969-F5CCDC6EA20A}" destId="{CCCE3555-6FD3-4AC5-AAE9-C89827FF36BC}" srcOrd="0" destOrd="0" presId="urn:microsoft.com/office/officeart/2005/8/layout/bProcess3"/>
    <dgm:cxn modelId="{E75C2291-F294-4FEE-A5EA-0F4512110175}" type="presOf" srcId="{538DBA6B-D4F3-42F5-8D0C-4AA88A276367}" destId="{338FE685-CCC4-412A-BD80-A69F03E83B32}" srcOrd="0" destOrd="0" presId="urn:microsoft.com/office/officeart/2005/8/layout/bProcess3"/>
    <dgm:cxn modelId="{DFD68EF2-364A-4B61-AF87-BD36E1A3543E}" type="presOf" srcId="{A579F0A1-200D-4119-A18D-B9092CC89A28}" destId="{4C0F4322-EF04-4A99-B368-13B5383361FB}" srcOrd="0" destOrd="0" presId="urn:microsoft.com/office/officeart/2005/8/layout/bProcess3"/>
    <dgm:cxn modelId="{4996DDBD-8FBB-47EF-AF73-15CC1B29E144}" type="presOf" srcId="{A72CE317-658D-47B7-AF15-238F4158EC47}" destId="{7068A4FB-741F-455F-8B21-0BEA26A913EA}" srcOrd="0" destOrd="0" presId="urn:microsoft.com/office/officeart/2005/8/layout/bProcess3"/>
    <dgm:cxn modelId="{5B8FD42A-23A4-4435-BF2A-D110FD0C3A21}" srcId="{7345EAA8-A88E-4D9E-85CB-73B999F7812A}" destId="{33E3596C-C3E4-4142-9375-3148903A7B3E}" srcOrd="5" destOrd="0" parTransId="{9E6A6A63-BD8B-456C-BB2F-4259D012A962}" sibTransId="{0BBDC97F-4129-448F-A48E-D02397FB60CA}"/>
    <dgm:cxn modelId="{7BCE0D23-3BA0-4A71-8A9E-33937A4C0106}" type="presOf" srcId="{2747966F-08A4-4020-AAF0-F225470C7ADF}" destId="{03E1C560-2514-4C8E-86F6-328DDAA097D8}" srcOrd="0" destOrd="0" presId="urn:microsoft.com/office/officeart/2005/8/layout/bProcess3"/>
    <dgm:cxn modelId="{CD204527-8F62-491B-BA53-CF645B1338F6}" srcId="{7345EAA8-A88E-4D9E-85CB-73B999F7812A}" destId="{A579F0A1-200D-4119-A18D-B9092CC89A28}" srcOrd="3" destOrd="0" parTransId="{16EC8BE1-9553-4228-82C6-23D98D761F58}" sibTransId="{538DBA6B-D4F3-42F5-8D0C-4AA88A276367}"/>
    <dgm:cxn modelId="{FBC257E2-7FF4-4B92-BA24-684FF3FD1935}" type="presOf" srcId="{8A383945-48CF-44D3-BAC8-7C9344013BD9}" destId="{B99C1838-4FF1-4D1B-9918-237E05D08D2B}" srcOrd="0" destOrd="0" presId="urn:microsoft.com/office/officeart/2005/8/layout/bProcess3"/>
    <dgm:cxn modelId="{AB296F20-B639-4EAF-A76C-CAE00BA57D4B}" srcId="{7345EAA8-A88E-4D9E-85CB-73B999F7812A}" destId="{2747966F-08A4-4020-AAF0-F225470C7ADF}" srcOrd="4" destOrd="0" parTransId="{133ABC3F-B73F-49E7-B5FC-63C1AA25DB06}" sibTransId="{313BA1EC-53CD-45FB-B2F7-976210B2DC00}"/>
    <dgm:cxn modelId="{9872B4F2-8CBB-456C-89A8-0EFE14E9FCA4}" type="presOf" srcId="{B802D33B-845B-4971-9F8D-68321A539566}" destId="{DB2304E4-97FA-4E1B-B34F-A805E0DEF429}" srcOrd="1" destOrd="0" presId="urn:microsoft.com/office/officeart/2005/8/layout/bProcess3"/>
    <dgm:cxn modelId="{6FA0F0EE-881A-4240-9739-2EE9A853FCA8}" type="presOf" srcId="{C2D00FC2-7B5F-4E5A-A787-86375635AD9A}" destId="{E08A494F-9BC8-47F3-8355-87DEB2EF90A0}" srcOrd="0" destOrd="0" presId="urn:microsoft.com/office/officeart/2005/8/layout/bProcess3"/>
    <dgm:cxn modelId="{50D56714-5E8E-44BE-8716-EAC1822CDD24}" srcId="{7345EAA8-A88E-4D9E-85CB-73B999F7812A}" destId="{0F93C644-A2CD-4C76-A969-F5CCDC6EA20A}" srcOrd="1" destOrd="0" parTransId="{C610940D-4248-4332-9F11-AB3889F16A1F}" sibTransId="{C2D00FC2-7B5F-4E5A-A787-86375635AD9A}"/>
    <dgm:cxn modelId="{D03C4758-0B1C-4668-8803-D5D42F545D48}" type="presOf" srcId="{7345EAA8-A88E-4D9E-85CB-73B999F7812A}" destId="{BE075B67-E3B5-45B2-8EA9-3580371B2FD5}" srcOrd="0" destOrd="0" presId="urn:microsoft.com/office/officeart/2005/8/layout/bProcess3"/>
    <dgm:cxn modelId="{DACBA1A7-F772-4A08-A107-A555EB4EEFD9}" type="presOf" srcId="{313BA1EC-53CD-45FB-B2F7-976210B2DC00}" destId="{214DBBF6-0916-4744-BEA9-B9A39D1E7674}" srcOrd="1" destOrd="0" presId="urn:microsoft.com/office/officeart/2005/8/layout/bProcess3"/>
    <dgm:cxn modelId="{8DFD0F05-D8EE-4D90-87DB-2CF5EB1CC73E}" srcId="{7345EAA8-A88E-4D9E-85CB-73B999F7812A}" destId="{E7F9E866-83D1-4E99-9A8D-B06DE1EDFDB6}" srcOrd="0" destOrd="0" parTransId="{B3A8715E-DA33-4805-AAE6-ABFB95A7252E}" sibTransId="{A72CE317-658D-47B7-AF15-238F4158EC47}"/>
    <dgm:cxn modelId="{D305149A-CF17-4DD7-AFAD-FC54E84C73F3}" type="presOf" srcId="{C2D00FC2-7B5F-4E5A-A787-86375635AD9A}" destId="{79201BBE-BAA0-4726-8170-63D363D299AA}" srcOrd="1" destOrd="0" presId="urn:microsoft.com/office/officeart/2005/8/layout/bProcess3"/>
    <dgm:cxn modelId="{39B60BDD-E496-4736-8071-023348E3C5E8}" type="presOf" srcId="{313BA1EC-53CD-45FB-B2F7-976210B2DC00}" destId="{B69520A0-9928-4545-8DEB-49E2070AD0F1}" srcOrd="0" destOrd="0" presId="urn:microsoft.com/office/officeart/2005/8/layout/bProcess3"/>
    <dgm:cxn modelId="{07382B68-6B45-41B4-8C36-2A97BFAAA637}" type="presParOf" srcId="{BE075B67-E3B5-45B2-8EA9-3580371B2FD5}" destId="{F6B4E31F-E312-4AC4-8813-F64829B3F811}" srcOrd="0" destOrd="0" presId="urn:microsoft.com/office/officeart/2005/8/layout/bProcess3"/>
    <dgm:cxn modelId="{DCCB455C-4E8A-4691-A9B4-AD7DEBEEFF77}" type="presParOf" srcId="{BE075B67-E3B5-45B2-8EA9-3580371B2FD5}" destId="{7068A4FB-741F-455F-8B21-0BEA26A913EA}" srcOrd="1" destOrd="0" presId="urn:microsoft.com/office/officeart/2005/8/layout/bProcess3"/>
    <dgm:cxn modelId="{CC48AB82-0E7F-4554-B497-32DE5DF8F583}" type="presParOf" srcId="{7068A4FB-741F-455F-8B21-0BEA26A913EA}" destId="{2D85101F-73C3-450F-B089-7F8772054F7F}" srcOrd="0" destOrd="0" presId="urn:microsoft.com/office/officeart/2005/8/layout/bProcess3"/>
    <dgm:cxn modelId="{FC461B37-B4C6-43FD-BA0C-8FDF99B49E64}" type="presParOf" srcId="{BE075B67-E3B5-45B2-8EA9-3580371B2FD5}" destId="{CCCE3555-6FD3-4AC5-AAE9-C89827FF36BC}" srcOrd="2" destOrd="0" presId="urn:microsoft.com/office/officeart/2005/8/layout/bProcess3"/>
    <dgm:cxn modelId="{ED129223-8421-4AD6-96F6-509F0BDF39A8}" type="presParOf" srcId="{BE075B67-E3B5-45B2-8EA9-3580371B2FD5}" destId="{E08A494F-9BC8-47F3-8355-87DEB2EF90A0}" srcOrd="3" destOrd="0" presId="urn:microsoft.com/office/officeart/2005/8/layout/bProcess3"/>
    <dgm:cxn modelId="{C68AB508-5320-43A3-A3F4-131B81F20503}" type="presParOf" srcId="{E08A494F-9BC8-47F3-8355-87DEB2EF90A0}" destId="{79201BBE-BAA0-4726-8170-63D363D299AA}" srcOrd="0" destOrd="0" presId="urn:microsoft.com/office/officeart/2005/8/layout/bProcess3"/>
    <dgm:cxn modelId="{C946B189-DA84-46A0-A010-70BAA70365BD}" type="presParOf" srcId="{BE075B67-E3B5-45B2-8EA9-3580371B2FD5}" destId="{B99C1838-4FF1-4D1B-9918-237E05D08D2B}" srcOrd="4" destOrd="0" presId="urn:microsoft.com/office/officeart/2005/8/layout/bProcess3"/>
    <dgm:cxn modelId="{3059382A-E4D4-4F76-B300-72895F4CBD98}" type="presParOf" srcId="{BE075B67-E3B5-45B2-8EA9-3580371B2FD5}" destId="{2D1AA46B-BA0A-46A3-A3B6-1A172D28F1B6}" srcOrd="5" destOrd="0" presId="urn:microsoft.com/office/officeart/2005/8/layout/bProcess3"/>
    <dgm:cxn modelId="{C2034B3B-9416-4CC2-BB5F-21753FDCD2B9}" type="presParOf" srcId="{2D1AA46B-BA0A-46A3-A3B6-1A172D28F1B6}" destId="{DB2304E4-97FA-4E1B-B34F-A805E0DEF429}" srcOrd="0" destOrd="0" presId="urn:microsoft.com/office/officeart/2005/8/layout/bProcess3"/>
    <dgm:cxn modelId="{311A466E-0B3A-4D84-9E6F-C44F5340C91B}" type="presParOf" srcId="{BE075B67-E3B5-45B2-8EA9-3580371B2FD5}" destId="{4C0F4322-EF04-4A99-B368-13B5383361FB}" srcOrd="6" destOrd="0" presId="urn:microsoft.com/office/officeart/2005/8/layout/bProcess3"/>
    <dgm:cxn modelId="{2B026323-39F6-41D9-BEF8-D23E655231EF}" type="presParOf" srcId="{BE075B67-E3B5-45B2-8EA9-3580371B2FD5}" destId="{338FE685-CCC4-412A-BD80-A69F03E83B32}" srcOrd="7" destOrd="0" presId="urn:microsoft.com/office/officeart/2005/8/layout/bProcess3"/>
    <dgm:cxn modelId="{FE4D8330-B264-4B44-89D1-8DD09EEE528F}" type="presParOf" srcId="{338FE685-CCC4-412A-BD80-A69F03E83B32}" destId="{1BCE3DF8-EC95-42E7-B63D-07CDDA1C5D60}" srcOrd="0" destOrd="0" presId="urn:microsoft.com/office/officeart/2005/8/layout/bProcess3"/>
    <dgm:cxn modelId="{71ED6A3F-5B9A-483F-9A9F-60ABA67148CB}" type="presParOf" srcId="{BE075B67-E3B5-45B2-8EA9-3580371B2FD5}" destId="{03E1C560-2514-4C8E-86F6-328DDAA097D8}" srcOrd="8" destOrd="0" presId="urn:microsoft.com/office/officeart/2005/8/layout/bProcess3"/>
    <dgm:cxn modelId="{C8406919-049B-42B3-8827-26EC17350C4C}" type="presParOf" srcId="{BE075B67-E3B5-45B2-8EA9-3580371B2FD5}" destId="{B69520A0-9928-4545-8DEB-49E2070AD0F1}" srcOrd="9" destOrd="0" presId="urn:microsoft.com/office/officeart/2005/8/layout/bProcess3"/>
    <dgm:cxn modelId="{8D1CE765-FA9F-44EA-9967-79C6FD596611}" type="presParOf" srcId="{B69520A0-9928-4545-8DEB-49E2070AD0F1}" destId="{214DBBF6-0916-4744-BEA9-B9A39D1E7674}" srcOrd="0" destOrd="0" presId="urn:microsoft.com/office/officeart/2005/8/layout/bProcess3"/>
    <dgm:cxn modelId="{36A45198-C43E-4BFF-A590-844FB79AB5C1}" type="presParOf" srcId="{BE075B67-E3B5-45B2-8EA9-3580371B2FD5}" destId="{E828426D-77E3-4216-96B6-EF848193BB71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45EAA8-A88E-4D9E-85CB-73B999F7812A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D59B06-58DF-409D-97D8-860A617C20CE}">
      <dgm:prSet/>
      <dgm:spPr/>
      <dgm:t>
        <a:bodyPr/>
        <a:lstStyle/>
        <a:p>
          <a:r>
            <a:rPr lang="en-US" b="1" dirty="0" err="1" smtClean="0"/>
            <a:t>Populacija</a:t>
          </a:r>
          <a:r>
            <a:rPr lang="en-US" b="1" dirty="0" smtClean="0"/>
            <a:t> </a:t>
          </a:r>
          <a:r>
            <a:rPr lang="en-US" b="1" dirty="0" err="1" smtClean="0"/>
            <a:t>rješenja</a:t>
          </a:r>
          <a:endParaRPr lang="en-US" b="1" dirty="0"/>
        </a:p>
      </dgm:t>
    </dgm:pt>
    <dgm:pt modelId="{617FA46A-5AD0-4AF5-9A5F-1AB641983F6B}" type="parTrans" cxnId="{B057323C-9B3F-4FA6-ABDD-2C0FB74429A2}">
      <dgm:prSet/>
      <dgm:spPr/>
      <dgm:t>
        <a:bodyPr/>
        <a:lstStyle/>
        <a:p>
          <a:endParaRPr lang="en-US"/>
        </a:p>
      </dgm:t>
    </dgm:pt>
    <dgm:pt modelId="{FD6A542B-F1F8-4F43-94D5-20A4FE7D13EF}" type="sibTrans" cxnId="{B057323C-9B3F-4FA6-ABDD-2C0FB74429A2}">
      <dgm:prSet/>
      <dgm:spPr/>
      <dgm:t>
        <a:bodyPr/>
        <a:lstStyle/>
        <a:p>
          <a:endParaRPr lang="en-US"/>
        </a:p>
      </dgm:t>
    </dgm:pt>
    <dgm:pt modelId="{3317AF8A-062F-4BD3-A491-BA8D02081E9F}">
      <dgm:prSet/>
      <dgm:spPr/>
      <dgm:t>
        <a:bodyPr/>
        <a:lstStyle/>
        <a:p>
          <a:r>
            <a:rPr lang="en-US" b="1" dirty="0" smtClean="0"/>
            <a:t>Fitness = "</a:t>
          </a:r>
          <a:r>
            <a:rPr lang="en-US" b="1" dirty="0" err="1" smtClean="0"/>
            <a:t>Kvalitet</a:t>
          </a:r>
          <a:r>
            <a:rPr lang="en-US" b="1" dirty="0" smtClean="0"/>
            <a:t> </a:t>
          </a:r>
          <a:r>
            <a:rPr lang="en-US" b="1" dirty="0" err="1" smtClean="0"/>
            <a:t>rješenja</a:t>
          </a:r>
          <a:r>
            <a:rPr lang="en-US" b="1" dirty="0" smtClean="0"/>
            <a:t>"</a:t>
          </a:r>
          <a:endParaRPr lang="en-US" b="1" dirty="0"/>
        </a:p>
      </dgm:t>
    </dgm:pt>
    <dgm:pt modelId="{97D6C5A5-5DB4-42A8-827E-9E2CC11F414A}" type="parTrans" cxnId="{EA9BA164-BE20-4BD8-B44B-F4DB17E99A7E}">
      <dgm:prSet/>
      <dgm:spPr/>
      <dgm:t>
        <a:bodyPr/>
        <a:lstStyle/>
        <a:p>
          <a:endParaRPr lang="en-US"/>
        </a:p>
      </dgm:t>
    </dgm:pt>
    <dgm:pt modelId="{CBA01E46-2BED-4D5C-9D49-DC922851D950}" type="sibTrans" cxnId="{EA9BA164-BE20-4BD8-B44B-F4DB17E99A7E}">
      <dgm:prSet/>
      <dgm:spPr/>
      <dgm:t>
        <a:bodyPr/>
        <a:lstStyle/>
        <a:p>
          <a:endParaRPr lang="en-US"/>
        </a:p>
      </dgm:t>
    </dgm:pt>
    <dgm:pt modelId="{A8D39C77-9160-419B-970B-48BDFF49FA69}">
      <dgm:prSet/>
      <dgm:spPr/>
      <dgm:t>
        <a:bodyPr/>
        <a:lstStyle/>
        <a:p>
          <a:r>
            <a:rPr lang="en-US" b="1" dirty="0" err="1" smtClean="0"/>
            <a:t>Selekcija</a:t>
          </a:r>
          <a:r>
            <a:rPr lang="en-US" b="1" dirty="0" smtClean="0"/>
            <a:t> = "</a:t>
          </a:r>
          <a:r>
            <a:rPr lang="en-US" b="1" dirty="0" err="1" smtClean="0"/>
            <a:t>Turnirska</a:t>
          </a:r>
          <a:r>
            <a:rPr lang="en-US" b="1" dirty="0" smtClean="0"/>
            <a:t> </a:t>
          </a:r>
          <a:r>
            <a:rPr lang="en-US" b="1" dirty="0" err="1" smtClean="0"/>
            <a:t>selekcija</a:t>
          </a:r>
          <a:r>
            <a:rPr lang="en-US" b="1" dirty="0" smtClean="0"/>
            <a:t>" (</a:t>
          </a:r>
          <a:r>
            <a:rPr lang="en-US" b="1" dirty="0" err="1" smtClean="0"/>
            <a:t>biramo</a:t>
          </a:r>
          <a:r>
            <a:rPr lang="en-US" b="1" dirty="0" smtClean="0"/>
            <a:t> </a:t>
          </a:r>
          <a:r>
            <a:rPr lang="en-US" b="1" dirty="0" err="1" smtClean="0"/>
            <a:t>najbolje</a:t>
          </a:r>
          <a:r>
            <a:rPr lang="en-US" b="1" dirty="0" smtClean="0"/>
            <a:t>)</a:t>
          </a:r>
          <a:endParaRPr lang="en-US" b="1" dirty="0"/>
        </a:p>
      </dgm:t>
    </dgm:pt>
    <dgm:pt modelId="{89A31C5B-9666-4B37-9791-BB15551CCC28}" type="parTrans" cxnId="{685E6F71-071D-470D-BC91-C66EFE5AC0C8}">
      <dgm:prSet/>
      <dgm:spPr/>
      <dgm:t>
        <a:bodyPr/>
        <a:lstStyle/>
        <a:p>
          <a:endParaRPr lang="en-US"/>
        </a:p>
      </dgm:t>
    </dgm:pt>
    <dgm:pt modelId="{EA060E30-14D2-4CC3-AFC6-ABB1939A948B}" type="sibTrans" cxnId="{685E6F71-071D-470D-BC91-C66EFE5AC0C8}">
      <dgm:prSet/>
      <dgm:spPr/>
      <dgm:t>
        <a:bodyPr/>
        <a:lstStyle/>
        <a:p>
          <a:endParaRPr lang="en-US"/>
        </a:p>
      </dgm:t>
    </dgm:pt>
    <dgm:pt modelId="{22862ACE-7C41-4EC5-902B-4CE9CDFC0150}">
      <dgm:prSet/>
      <dgm:spPr/>
      <dgm:t>
        <a:bodyPr/>
        <a:lstStyle/>
        <a:p>
          <a:r>
            <a:rPr lang="en-US" b="1" dirty="0" err="1" smtClean="0"/>
            <a:t>Reprodukcija</a:t>
          </a:r>
          <a:r>
            <a:rPr lang="en-US" b="1" dirty="0" smtClean="0"/>
            <a:t> = "Crossover" (</a:t>
          </a:r>
          <a:r>
            <a:rPr lang="en-US" b="1" dirty="0" err="1" smtClean="0"/>
            <a:t>spajamo</a:t>
          </a:r>
          <a:r>
            <a:rPr lang="en-US" b="1" dirty="0" smtClean="0"/>
            <a:t> </a:t>
          </a:r>
          <a:r>
            <a:rPr lang="en-US" b="1" dirty="0" err="1" smtClean="0"/>
            <a:t>dob</a:t>
          </a:r>
          <a:r>
            <a:rPr lang="sr-Latn-ME" b="1" dirty="0" smtClean="0"/>
            <a:t>r</a:t>
          </a:r>
          <a:r>
            <a:rPr lang="en-US" b="1" dirty="0" smtClean="0"/>
            <a:t>e </a:t>
          </a:r>
          <a:r>
            <a:rPr lang="sr-Latn-ME" b="1" dirty="0" smtClean="0"/>
            <a:t>roditelje</a:t>
          </a:r>
          <a:r>
            <a:rPr lang="en-US" b="1" dirty="0" smtClean="0"/>
            <a:t>)</a:t>
          </a:r>
          <a:endParaRPr lang="en-US" b="1" dirty="0"/>
        </a:p>
      </dgm:t>
    </dgm:pt>
    <dgm:pt modelId="{10DEAE38-A0EC-44EC-8B57-64821F370C7E}" type="parTrans" cxnId="{DF69D96C-D4F0-4BE7-B9F6-A88E80E49861}">
      <dgm:prSet/>
      <dgm:spPr/>
      <dgm:t>
        <a:bodyPr/>
        <a:lstStyle/>
        <a:p>
          <a:endParaRPr lang="en-US"/>
        </a:p>
      </dgm:t>
    </dgm:pt>
    <dgm:pt modelId="{82402881-865B-4A7E-8850-892B081F2BBE}" type="sibTrans" cxnId="{DF69D96C-D4F0-4BE7-B9F6-A88E80E49861}">
      <dgm:prSet/>
      <dgm:spPr/>
      <dgm:t>
        <a:bodyPr/>
        <a:lstStyle/>
        <a:p>
          <a:endParaRPr lang="en-US"/>
        </a:p>
      </dgm:t>
    </dgm:pt>
    <dgm:pt modelId="{8076208A-C36D-41B6-8A15-1E1989337C32}">
      <dgm:prSet/>
      <dgm:spPr/>
      <dgm:t>
        <a:bodyPr/>
        <a:lstStyle/>
        <a:p>
          <a:r>
            <a:rPr lang="en-US" b="1" dirty="0" err="1" smtClean="0"/>
            <a:t>Mutacija</a:t>
          </a:r>
          <a:r>
            <a:rPr lang="en-US" b="1" dirty="0" smtClean="0"/>
            <a:t> = "</a:t>
          </a:r>
          <a:r>
            <a:rPr lang="en-US" b="1" dirty="0" err="1" smtClean="0"/>
            <a:t>Nasumične</a:t>
          </a:r>
          <a:r>
            <a:rPr lang="en-US" b="1" dirty="0" smtClean="0"/>
            <a:t> </a:t>
          </a:r>
          <a:r>
            <a:rPr lang="en-US" b="1" dirty="0" err="1" smtClean="0"/>
            <a:t>promjene</a:t>
          </a:r>
          <a:r>
            <a:rPr lang="en-US" b="1" dirty="0" smtClean="0"/>
            <a:t>"</a:t>
          </a:r>
          <a:endParaRPr lang="en-US" b="1" dirty="0"/>
        </a:p>
      </dgm:t>
    </dgm:pt>
    <dgm:pt modelId="{1FA663C9-D79C-45C9-8577-42A0279E80E4}" type="parTrans" cxnId="{842F6F39-CF8B-493E-85FE-0542FDB5AA1C}">
      <dgm:prSet/>
      <dgm:spPr/>
      <dgm:t>
        <a:bodyPr/>
        <a:lstStyle/>
        <a:p>
          <a:endParaRPr lang="en-US"/>
        </a:p>
      </dgm:t>
    </dgm:pt>
    <dgm:pt modelId="{F1D823EB-E016-4CA7-8C9F-89F8C592E650}" type="sibTrans" cxnId="{842F6F39-CF8B-493E-85FE-0542FDB5AA1C}">
      <dgm:prSet/>
      <dgm:spPr/>
      <dgm:t>
        <a:bodyPr/>
        <a:lstStyle/>
        <a:p>
          <a:endParaRPr lang="en-US"/>
        </a:p>
      </dgm:t>
    </dgm:pt>
    <dgm:pt modelId="{E69A840C-CABC-490B-9FB6-D5738F787D66}">
      <dgm:prSet/>
      <dgm:spPr/>
      <dgm:t>
        <a:bodyPr/>
        <a:lstStyle/>
        <a:p>
          <a:r>
            <a:rPr lang="en-US" b="1" dirty="0" err="1" smtClean="0"/>
            <a:t>Rezultat</a:t>
          </a:r>
          <a:r>
            <a:rPr lang="en-US" b="1" dirty="0" smtClean="0"/>
            <a:t>: </a:t>
          </a:r>
          <a:r>
            <a:rPr lang="en-US" b="1" dirty="0" err="1" smtClean="0"/>
            <a:t>Rješenja</a:t>
          </a:r>
          <a:r>
            <a:rPr lang="en-US" b="1" dirty="0" smtClean="0"/>
            <a:t> se </a:t>
          </a:r>
          <a:r>
            <a:rPr lang="en-US" b="1" dirty="0" err="1" smtClean="0"/>
            <a:t>poboljšavaju</a:t>
          </a:r>
          <a:r>
            <a:rPr lang="en-US" b="1" dirty="0" smtClean="0"/>
            <a:t> </a:t>
          </a:r>
          <a:r>
            <a:rPr lang="en-US" b="1" dirty="0" err="1" smtClean="0"/>
            <a:t>kroz</a:t>
          </a:r>
          <a:r>
            <a:rPr lang="en-US" b="1" dirty="0" smtClean="0"/>
            <a:t> </a:t>
          </a:r>
          <a:r>
            <a:rPr lang="en-US" b="1" dirty="0" err="1" smtClean="0"/>
            <a:t>generacije</a:t>
          </a:r>
          <a:endParaRPr lang="en-US" b="1" dirty="0"/>
        </a:p>
      </dgm:t>
    </dgm:pt>
    <dgm:pt modelId="{8F9E61ED-697C-4543-BF12-91BA128C41D8}" type="parTrans" cxnId="{FB260513-8298-469C-AC4C-F60F17EB43EA}">
      <dgm:prSet/>
      <dgm:spPr/>
      <dgm:t>
        <a:bodyPr/>
        <a:lstStyle/>
        <a:p>
          <a:endParaRPr lang="en-US"/>
        </a:p>
      </dgm:t>
    </dgm:pt>
    <dgm:pt modelId="{00FE34FA-1FEE-472F-9F4C-0C16D52D9F02}" type="sibTrans" cxnId="{FB260513-8298-469C-AC4C-F60F17EB43EA}">
      <dgm:prSet/>
      <dgm:spPr/>
      <dgm:t>
        <a:bodyPr/>
        <a:lstStyle/>
        <a:p>
          <a:endParaRPr lang="en-US"/>
        </a:p>
      </dgm:t>
    </dgm:pt>
    <dgm:pt modelId="{BE075B67-E3B5-45B2-8EA9-3580371B2FD5}" type="pres">
      <dgm:prSet presAssocID="{7345EAA8-A88E-4D9E-85CB-73B999F7812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7CCDB1C-DA9C-4B30-AF56-9D515F7B6EB5}" type="pres">
      <dgm:prSet presAssocID="{C1D59B06-58DF-409D-97D8-860A617C20C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3DEC9A-33D5-4E4A-AFB2-77D64BFBEAD0}" type="pres">
      <dgm:prSet presAssocID="{FD6A542B-F1F8-4F43-94D5-20A4FE7D13EF}" presName="sibTrans" presStyleLbl="sibTrans1D1" presStyleIdx="0" presStyleCnt="5"/>
      <dgm:spPr/>
      <dgm:t>
        <a:bodyPr/>
        <a:lstStyle/>
        <a:p>
          <a:endParaRPr lang="en-US"/>
        </a:p>
      </dgm:t>
    </dgm:pt>
    <dgm:pt modelId="{466EF366-2E94-4360-921F-7A9B33F9359B}" type="pres">
      <dgm:prSet presAssocID="{FD6A542B-F1F8-4F43-94D5-20A4FE7D13EF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42502D80-FAAB-4486-8C8C-68713C1D19C7}" type="pres">
      <dgm:prSet presAssocID="{3317AF8A-062F-4BD3-A491-BA8D02081E9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590F16-17F0-40F5-9DA1-F4E29D7CD012}" type="pres">
      <dgm:prSet presAssocID="{CBA01E46-2BED-4D5C-9D49-DC922851D950}" presName="sibTrans" presStyleLbl="sibTrans1D1" presStyleIdx="1" presStyleCnt="5"/>
      <dgm:spPr/>
      <dgm:t>
        <a:bodyPr/>
        <a:lstStyle/>
        <a:p>
          <a:endParaRPr lang="en-US"/>
        </a:p>
      </dgm:t>
    </dgm:pt>
    <dgm:pt modelId="{C9B2E87D-C85C-4EA8-9E0D-4C897C450230}" type="pres">
      <dgm:prSet presAssocID="{CBA01E46-2BED-4D5C-9D49-DC922851D950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75E84EBD-B430-4978-87EC-43199C6D16C5}" type="pres">
      <dgm:prSet presAssocID="{A8D39C77-9160-419B-970B-48BDFF49FA6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DE0774-02A8-45EF-8091-336174BEC511}" type="pres">
      <dgm:prSet presAssocID="{EA060E30-14D2-4CC3-AFC6-ABB1939A948B}" presName="sibTrans" presStyleLbl="sibTrans1D1" presStyleIdx="2" presStyleCnt="5"/>
      <dgm:spPr/>
      <dgm:t>
        <a:bodyPr/>
        <a:lstStyle/>
        <a:p>
          <a:endParaRPr lang="en-US"/>
        </a:p>
      </dgm:t>
    </dgm:pt>
    <dgm:pt modelId="{F719342C-A4CB-481B-8A2A-9CF23176E7B2}" type="pres">
      <dgm:prSet presAssocID="{EA060E30-14D2-4CC3-AFC6-ABB1939A948B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315BBA4E-B4EC-4A2F-B1F7-AEA5C62412E3}" type="pres">
      <dgm:prSet presAssocID="{22862ACE-7C41-4EC5-902B-4CE9CDFC0150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49E6BA-9AD8-4C75-B960-4F2AB6C63623}" type="pres">
      <dgm:prSet presAssocID="{82402881-865B-4A7E-8850-892B081F2BBE}" presName="sibTrans" presStyleLbl="sibTrans1D1" presStyleIdx="3" presStyleCnt="5"/>
      <dgm:spPr/>
      <dgm:t>
        <a:bodyPr/>
        <a:lstStyle/>
        <a:p>
          <a:endParaRPr lang="en-US"/>
        </a:p>
      </dgm:t>
    </dgm:pt>
    <dgm:pt modelId="{E1406101-88E5-405C-A443-7E342C2016C3}" type="pres">
      <dgm:prSet presAssocID="{82402881-865B-4A7E-8850-892B081F2BBE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B189A59E-BBB3-4056-BC6B-F20E90A2B225}" type="pres">
      <dgm:prSet presAssocID="{8076208A-C36D-41B6-8A15-1E1989337C3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7815E2-7ADC-46A2-9C4F-4ED44FEA7E75}" type="pres">
      <dgm:prSet presAssocID="{F1D823EB-E016-4CA7-8C9F-89F8C592E650}" presName="sibTrans" presStyleLbl="sibTrans1D1" presStyleIdx="4" presStyleCnt="5"/>
      <dgm:spPr/>
      <dgm:t>
        <a:bodyPr/>
        <a:lstStyle/>
        <a:p>
          <a:endParaRPr lang="en-US"/>
        </a:p>
      </dgm:t>
    </dgm:pt>
    <dgm:pt modelId="{2B270A2C-8A5A-4903-A515-A3EACFEDA8FC}" type="pres">
      <dgm:prSet presAssocID="{F1D823EB-E016-4CA7-8C9F-89F8C592E650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ACF551B6-C7F0-4265-A977-52899932E3B9}" type="pres">
      <dgm:prSet presAssocID="{E69A840C-CABC-490B-9FB6-D5738F787D6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4484F6-2E86-45AD-8909-4D5A861ABCEE}" type="presOf" srcId="{A8D39C77-9160-419B-970B-48BDFF49FA69}" destId="{75E84EBD-B430-4978-87EC-43199C6D16C5}" srcOrd="0" destOrd="0" presId="urn:microsoft.com/office/officeart/2005/8/layout/bProcess3"/>
    <dgm:cxn modelId="{FB260513-8298-469C-AC4C-F60F17EB43EA}" srcId="{7345EAA8-A88E-4D9E-85CB-73B999F7812A}" destId="{E69A840C-CABC-490B-9FB6-D5738F787D66}" srcOrd="5" destOrd="0" parTransId="{8F9E61ED-697C-4543-BF12-91BA128C41D8}" sibTransId="{00FE34FA-1FEE-472F-9F4C-0C16D52D9F02}"/>
    <dgm:cxn modelId="{19ADE913-A113-4D80-9E76-DD738CA2C610}" type="presOf" srcId="{82402881-865B-4A7E-8850-892B081F2BBE}" destId="{E1406101-88E5-405C-A443-7E342C2016C3}" srcOrd="1" destOrd="0" presId="urn:microsoft.com/office/officeart/2005/8/layout/bProcess3"/>
    <dgm:cxn modelId="{77637B21-E794-4539-B416-D912D6715D0B}" type="presOf" srcId="{EA060E30-14D2-4CC3-AFC6-ABB1939A948B}" destId="{17DE0774-02A8-45EF-8091-336174BEC511}" srcOrd="0" destOrd="0" presId="urn:microsoft.com/office/officeart/2005/8/layout/bProcess3"/>
    <dgm:cxn modelId="{69D143BC-A6C4-4C7E-8F5C-9ED42A4573D2}" type="presOf" srcId="{FD6A542B-F1F8-4F43-94D5-20A4FE7D13EF}" destId="{466EF366-2E94-4360-921F-7A9B33F9359B}" srcOrd="1" destOrd="0" presId="urn:microsoft.com/office/officeart/2005/8/layout/bProcess3"/>
    <dgm:cxn modelId="{66C11A6A-2CAC-4871-9E47-03990800E0C6}" type="presOf" srcId="{7345EAA8-A88E-4D9E-85CB-73B999F7812A}" destId="{BE075B67-E3B5-45B2-8EA9-3580371B2FD5}" srcOrd="0" destOrd="0" presId="urn:microsoft.com/office/officeart/2005/8/layout/bProcess3"/>
    <dgm:cxn modelId="{CE1403D6-0B7E-41F3-862E-B20783ED0FBC}" type="presOf" srcId="{C1D59B06-58DF-409D-97D8-860A617C20CE}" destId="{F7CCDB1C-DA9C-4B30-AF56-9D515F7B6EB5}" srcOrd="0" destOrd="0" presId="urn:microsoft.com/office/officeart/2005/8/layout/bProcess3"/>
    <dgm:cxn modelId="{B057323C-9B3F-4FA6-ABDD-2C0FB74429A2}" srcId="{7345EAA8-A88E-4D9E-85CB-73B999F7812A}" destId="{C1D59B06-58DF-409D-97D8-860A617C20CE}" srcOrd="0" destOrd="0" parTransId="{617FA46A-5AD0-4AF5-9A5F-1AB641983F6B}" sibTransId="{FD6A542B-F1F8-4F43-94D5-20A4FE7D13EF}"/>
    <dgm:cxn modelId="{13CAE8DA-333F-4976-849F-78DD85051D9E}" type="presOf" srcId="{8076208A-C36D-41B6-8A15-1E1989337C32}" destId="{B189A59E-BBB3-4056-BC6B-F20E90A2B225}" srcOrd="0" destOrd="0" presId="urn:microsoft.com/office/officeart/2005/8/layout/bProcess3"/>
    <dgm:cxn modelId="{DBAACAA7-B632-4E8D-ADFA-7BC45B08EE86}" type="presOf" srcId="{F1D823EB-E016-4CA7-8C9F-89F8C592E650}" destId="{2B270A2C-8A5A-4903-A515-A3EACFEDA8FC}" srcOrd="1" destOrd="0" presId="urn:microsoft.com/office/officeart/2005/8/layout/bProcess3"/>
    <dgm:cxn modelId="{CC4BA489-6FCB-47D7-8035-1F0F81FC4F7B}" type="presOf" srcId="{EA060E30-14D2-4CC3-AFC6-ABB1939A948B}" destId="{F719342C-A4CB-481B-8A2A-9CF23176E7B2}" srcOrd="1" destOrd="0" presId="urn:microsoft.com/office/officeart/2005/8/layout/bProcess3"/>
    <dgm:cxn modelId="{02F54593-A66B-4B85-A125-D6D102BC56C5}" type="presOf" srcId="{F1D823EB-E016-4CA7-8C9F-89F8C592E650}" destId="{867815E2-7ADC-46A2-9C4F-4ED44FEA7E75}" srcOrd="0" destOrd="0" presId="urn:microsoft.com/office/officeart/2005/8/layout/bProcess3"/>
    <dgm:cxn modelId="{2B3832F9-DBE1-4C40-AE1C-E2AF0C1320D1}" type="presOf" srcId="{22862ACE-7C41-4EC5-902B-4CE9CDFC0150}" destId="{315BBA4E-B4EC-4A2F-B1F7-AEA5C62412E3}" srcOrd="0" destOrd="0" presId="urn:microsoft.com/office/officeart/2005/8/layout/bProcess3"/>
    <dgm:cxn modelId="{0292693A-E910-4E5E-86C3-EE4A821571E9}" type="presOf" srcId="{FD6A542B-F1F8-4F43-94D5-20A4FE7D13EF}" destId="{883DEC9A-33D5-4E4A-AFB2-77D64BFBEAD0}" srcOrd="0" destOrd="0" presId="urn:microsoft.com/office/officeart/2005/8/layout/bProcess3"/>
    <dgm:cxn modelId="{B3FB7F43-6C98-4E5E-AB7B-018DD901023F}" type="presOf" srcId="{E69A840C-CABC-490B-9FB6-D5738F787D66}" destId="{ACF551B6-C7F0-4265-A977-52899932E3B9}" srcOrd="0" destOrd="0" presId="urn:microsoft.com/office/officeart/2005/8/layout/bProcess3"/>
    <dgm:cxn modelId="{DF69D96C-D4F0-4BE7-B9F6-A88E80E49861}" srcId="{7345EAA8-A88E-4D9E-85CB-73B999F7812A}" destId="{22862ACE-7C41-4EC5-902B-4CE9CDFC0150}" srcOrd="3" destOrd="0" parTransId="{10DEAE38-A0EC-44EC-8B57-64821F370C7E}" sibTransId="{82402881-865B-4A7E-8850-892B081F2BBE}"/>
    <dgm:cxn modelId="{C6826C3F-9BB8-4F82-8B2D-0074C0C4B28A}" type="presOf" srcId="{CBA01E46-2BED-4D5C-9D49-DC922851D950}" destId="{7C590F16-17F0-40F5-9DA1-F4E29D7CD012}" srcOrd="0" destOrd="0" presId="urn:microsoft.com/office/officeart/2005/8/layout/bProcess3"/>
    <dgm:cxn modelId="{26C0519F-8E6D-46E0-85C0-7398448B26B8}" type="presOf" srcId="{3317AF8A-062F-4BD3-A491-BA8D02081E9F}" destId="{42502D80-FAAB-4486-8C8C-68713C1D19C7}" srcOrd="0" destOrd="0" presId="urn:microsoft.com/office/officeart/2005/8/layout/bProcess3"/>
    <dgm:cxn modelId="{EA9BA164-BE20-4BD8-B44B-F4DB17E99A7E}" srcId="{7345EAA8-A88E-4D9E-85CB-73B999F7812A}" destId="{3317AF8A-062F-4BD3-A491-BA8D02081E9F}" srcOrd="1" destOrd="0" parTransId="{97D6C5A5-5DB4-42A8-827E-9E2CC11F414A}" sibTransId="{CBA01E46-2BED-4D5C-9D49-DC922851D950}"/>
    <dgm:cxn modelId="{511CEFBC-4DD7-4383-B908-309DF63A7F20}" type="presOf" srcId="{82402881-865B-4A7E-8850-892B081F2BBE}" destId="{D449E6BA-9AD8-4C75-B960-4F2AB6C63623}" srcOrd="0" destOrd="0" presId="urn:microsoft.com/office/officeart/2005/8/layout/bProcess3"/>
    <dgm:cxn modelId="{685E6F71-071D-470D-BC91-C66EFE5AC0C8}" srcId="{7345EAA8-A88E-4D9E-85CB-73B999F7812A}" destId="{A8D39C77-9160-419B-970B-48BDFF49FA69}" srcOrd="2" destOrd="0" parTransId="{89A31C5B-9666-4B37-9791-BB15551CCC28}" sibTransId="{EA060E30-14D2-4CC3-AFC6-ABB1939A948B}"/>
    <dgm:cxn modelId="{8551CB6E-3292-4792-BB09-CCA493901091}" type="presOf" srcId="{CBA01E46-2BED-4D5C-9D49-DC922851D950}" destId="{C9B2E87D-C85C-4EA8-9E0D-4C897C450230}" srcOrd="1" destOrd="0" presId="urn:microsoft.com/office/officeart/2005/8/layout/bProcess3"/>
    <dgm:cxn modelId="{842F6F39-CF8B-493E-85FE-0542FDB5AA1C}" srcId="{7345EAA8-A88E-4D9E-85CB-73B999F7812A}" destId="{8076208A-C36D-41B6-8A15-1E1989337C32}" srcOrd="4" destOrd="0" parTransId="{1FA663C9-D79C-45C9-8577-42A0279E80E4}" sibTransId="{F1D823EB-E016-4CA7-8C9F-89F8C592E650}"/>
    <dgm:cxn modelId="{A26E4D5E-41EA-4A4D-83A3-26BDD747CB83}" type="presParOf" srcId="{BE075B67-E3B5-45B2-8EA9-3580371B2FD5}" destId="{F7CCDB1C-DA9C-4B30-AF56-9D515F7B6EB5}" srcOrd="0" destOrd="0" presId="urn:microsoft.com/office/officeart/2005/8/layout/bProcess3"/>
    <dgm:cxn modelId="{5B89492E-91C4-473D-BA75-7FFAAAA69EBE}" type="presParOf" srcId="{BE075B67-E3B5-45B2-8EA9-3580371B2FD5}" destId="{883DEC9A-33D5-4E4A-AFB2-77D64BFBEAD0}" srcOrd="1" destOrd="0" presId="urn:microsoft.com/office/officeart/2005/8/layout/bProcess3"/>
    <dgm:cxn modelId="{A983EFB9-B2C0-4656-A5AC-60631FD4AE57}" type="presParOf" srcId="{883DEC9A-33D5-4E4A-AFB2-77D64BFBEAD0}" destId="{466EF366-2E94-4360-921F-7A9B33F9359B}" srcOrd="0" destOrd="0" presId="urn:microsoft.com/office/officeart/2005/8/layout/bProcess3"/>
    <dgm:cxn modelId="{9A4F43A4-0EE2-4ECC-B531-54FB023C5FF3}" type="presParOf" srcId="{BE075B67-E3B5-45B2-8EA9-3580371B2FD5}" destId="{42502D80-FAAB-4486-8C8C-68713C1D19C7}" srcOrd="2" destOrd="0" presId="urn:microsoft.com/office/officeart/2005/8/layout/bProcess3"/>
    <dgm:cxn modelId="{75B33E3E-20D5-43B5-AB30-A5F076EB0187}" type="presParOf" srcId="{BE075B67-E3B5-45B2-8EA9-3580371B2FD5}" destId="{7C590F16-17F0-40F5-9DA1-F4E29D7CD012}" srcOrd="3" destOrd="0" presId="urn:microsoft.com/office/officeart/2005/8/layout/bProcess3"/>
    <dgm:cxn modelId="{4A7FE964-B6AD-4920-9B76-EDEB90086A97}" type="presParOf" srcId="{7C590F16-17F0-40F5-9DA1-F4E29D7CD012}" destId="{C9B2E87D-C85C-4EA8-9E0D-4C897C450230}" srcOrd="0" destOrd="0" presId="urn:microsoft.com/office/officeart/2005/8/layout/bProcess3"/>
    <dgm:cxn modelId="{6A24AE36-099A-44A5-B442-6602F2926CE9}" type="presParOf" srcId="{BE075B67-E3B5-45B2-8EA9-3580371B2FD5}" destId="{75E84EBD-B430-4978-87EC-43199C6D16C5}" srcOrd="4" destOrd="0" presId="urn:microsoft.com/office/officeart/2005/8/layout/bProcess3"/>
    <dgm:cxn modelId="{DFD82C02-A863-491D-AD62-88815375A075}" type="presParOf" srcId="{BE075B67-E3B5-45B2-8EA9-3580371B2FD5}" destId="{17DE0774-02A8-45EF-8091-336174BEC511}" srcOrd="5" destOrd="0" presId="urn:microsoft.com/office/officeart/2005/8/layout/bProcess3"/>
    <dgm:cxn modelId="{269AF796-6C0E-4539-8793-2170AD286A2D}" type="presParOf" srcId="{17DE0774-02A8-45EF-8091-336174BEC511}" destId="{F719342C-A4CB-481B-8A2A-9CF23176E7B2}" srcOrd="0" destOrd="0" presId="urn:microsoft.com/office/officeart/2005/8/layout/bProcess3"/>
    <dgm:cxn modelId="{38B7EAB0-94F2-4F3F-8221-6FEF1A0D723C}" type="presParOf" srcId="{BE075B67-E3B5-45B2-8EA9-3580371B2FD5}" destId="{315BBA4E-B4EC-4A2F-B1F7-AEA5C62412E3}" srcOrd="6" destOrd="0" presId="urn:microsoft.com/office/officeart/2005/8/layout/bProcess3"/>
    <dgm:cxn modelId="{36CCADB8-AEE8-4D87-BE44-BDB9D3DFB277}" type="presParOf" srcId="{BE075B67-E3B5-45B2-8EA9-3580371B2FD5}" destId="{D449E6BA-9AD8-4C75-B960-4F2AB6C63623}" srcOrd="7" destOrd="0" presId="urn:microsoft.com/office/officeart/2005/8/layout/bProcess3"/>
    <dgm:cxn modelId="{4BD92D88-EBF4-40A3-BE84-BC21FC04B7B5}" type="presParOf" srcId="{D449E6BA-9AD8-4C75-B960-4F2AB6C63623}" destId="{E1406101-88E5-405C-A443-7E342C2016C3}" srcOrd="0" destOrd="0" presId="urn:microsoft.com/office/officeart/2005/8/layout/bProcess3"/>
    <dgm:cxn modelId="{BCE4A0EF-7461-430E-AF8C-4E1EB0A91EAA}" type="presParOf" srcId="{BE075B67-E3B5-45B2-8EA9-3580371B2FD5}" destId="{B189A59E-BBB3-4056-BC6B-F20E90A2B225}" srcOrd="8" destOrd="0" presId="urn:microsoft.com/office/officeart/2005/8/layout/bProcess3"/>
    <dgm:cxn modelId="{2CA324E0-ED21-4F2A-881C-B4EA45BEA518}" type="presParOf" srcId="{BE075B67-E3B5-45B2-8EA9-3580371B2FD5}" destId="{867815E2-7ADC-46A2-9C4F-4ED44FEA7E75}" srcOrd="9" destOrd="0" presId="urn:microsoft.com/office/officeart/2005/8/layout/bProcess3"/>
    <dgm:cxn modelId="{9FD7B44C-36F2-436B-92DB-C77BCD447F20}" type="presParOf" srcId="{867815E2-7ADC-46A2-9C4F-4ED44FEA7E75}" destId="{2B270A2C-8A5A-4903-A515-A3EACFEDA8FC}" srcOrd="0" destOrd="0" presId="urn:microsoft.com/office/officeart/2005/8/layout/bProcess3"/>
    <dgm:cxn modelId="{74C65503-19CE-4CC5-9DB1-4CD3F513BD17}" type="presParOf" srcId="{BE075B67-E3B5-45B2-8EA9-3580371B2FD5}" destId="{ACF551B6-C7F0-4265-A977-52899932E3B9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22F63A-F9C6-4993-A7B8-B5EA781A55A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084E73-5CA4-4D68-893E-73909D27CBCA}">
      <dgm:prSet phldrT="[Text]"/>
      <dgm:spPr/>
      <dgm:t>
        <a:bodyPr/>
        <a:lstStyle/>
        <a:p>
          <a:r>
            <a:rPr lang="sr-Latn-ME" dirty="0" smtClean="0"/>
            <a:t>ULAZ</a:t>
          </a:r>
          <a:endParaRPr lang="en-US" dirty="0"/>
        </a:p>
      </dgm:t>
    </dgm:pt>
    <dgm:pt modelId="{40A60D64-9051-4D4D-9CC1-1838D99D1749}" type="parTrans" cxnId="{6384279C-953E-4292-8CA8-20D4D6FE235B}">
      <dgm:prSet/>
      <dgm:spPr/>
      <dgm:t>
        <a:bodyPr/>
        <a:lstStyle/>
        <a:p>
          <a:endParaRPr lang="en-US"/>
        </a:p>
      </dgm:t>
    </dgm:pt>
    <dgm:pt modelId="{DC502655-9A80-40CA-B657-CF612632E608}" type="sibTrans" cxnId="{6384279C-953E-4292-8CA8-20D4D6FE235B}">
      <dgm:prSet/>
      <dgm:spPr/>
      <dgm:t>
        <a:bodyPr/>
        <a:lstStyle/>
        <a:p>
          <a:endParaRPr lang="en-US"/>
        </a:p>
      </dgm:t>
    </dgm:pt>
    <dgm:pt modelId="{04353C8C-F698-4D45-9A7B-AB88961D6ABD}">
      <dgm:prSet phldrT="[Text]"/>
      <dgm:spPr/>
      <dgm:t>
        <a:bodyPr anchor="ctr"/>
        <a:lstStyle/>
        <a:p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25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gradova</a:t>
          </a:r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Crne</a:t>
          </a:r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 Gore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sa</a:t>
          </a:r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 GPS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koordinatama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1A0B7F5-24D8-4936-899B-3977AD001944}" type="parTrans" cxnId="{1173829E-4B0B-4E14-8A08-B20A90EFC1ED}">
      <dgm:prSet/>
      <dgm:spPr/>
      <dgm:t>
        <a:bodyPr/>
        <a:lstStyle/>
        <a:p>
          <a:endParaRPr lang="en-US"/>
        </a:p>
      </dgm:t>
    </dgm:pt>
    <dgm:pt modelId="{09A61157-10BB-4781-A221-BA0E7B326CB7}" type="sibTrans" cxnId="{1173829E-4B0B-4E14-8A08-B20A90EFC1ED}">
      <dgm:prSet/>
      <dgm:spPr/>
      <dgm:t>
        <a:bodyPr/>
        <a:lstStyle/>
        <a:p>
          <a:endParaRPr lang="en-US"/>
        </a:p>
      </dgm:t>
    </dgm:pt>
    <dgm:pt modelId="{DEC6F2B5-C6CB-47A1-800A-F8676BAEF3CB}">
      <dgm:prSet phldrT="[Text]"/>
      <dgm:spPr/>
      <dgm:t>
        <a:bodyPr anchor="ctr"/>
        <a:lstStyle/>
        <a:p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623,593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stanovnika</a:t>
          </a:r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, 93,526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procijenjenih</a:t>
          </a:r>
          <a:r>
            <a:rPr lang="en-US" b="0" i="0" dirty="0" smtClean="0">
              <a:latin typeface="Calibri" panose="020F0502020204030204" pitchFamily="34" charset="0"/>
              <a:cs typeface="Calibri" panose="020F0502020204030204" pitchFamily="34" charset="0"/>
            </a:rPr>
            <a:t> EV </a:t>
          </a:r>
          <a:r>
            <a:rPr lang="en-US" b="0" i="0" dirty="0" err="1" smtClean="0">
              <a:latin typeface="Calibri" panose="020F0502020204030204" pitchFamily="34" charset="0"/>
              <a:cs typeface="Calibri" panose="020F0502020204030204" pitchFamily="34" charset="0"/>
            </a:rPr>
            <a:t>vozila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43120EC-6DCA-496C-89AE-6CA3163F1811}" type="parTrans" cxnId="{B805110A-E44C-4B5D-8000-EF2A15852B30}">
      <dgm:prSet/>
      <dgm:spPr/>
      <dgm:t>
        <a:bodyPr/>
        <a:lstStyle/>
        <a:p>
          <a:endParaRPr lang="en-US"/>
        </a:p>
      </dgm:t>
    </dgm:pt>
    <dgm:pt modelId="{96687088-F850-4B6F-A958-3540295DD883}" type="sibTrans" cxnId="{B805110A-E44C-4B5D-8000-EF2A15852B30}">
      <dgm:prSet/>
      <dgm:spPr/>
      <dgm:t>
        <a:bodyPr/>
        <a:lstStyle/>
        <a:p>
          <a:endParaRPr lang="en-US"/>
        </a:p>
      </dgm:t>
    </dgm:pt>
    <dgm:pt modelId="{F8C0B412-0A0D-4CB7-9642-F81AEEF2B343}">
      <dgm:prSet phldrT="[Text]"/>
      <dgm:spPr/>
      <dgm:t>
        <a:bodyPr/>
        <a:lstStyle/>
        <a:p>
          <a:r>
            <a:rPr lang="sr-Latn-ME" dirty="0" smtClean="0"/>
            <a:t>OBRADA</a:t>
          </a:r>
          <a:endParaRPr lang="en-US" dirty="0"/>
        </a:p>
      </dgm:t>
    </dgm:pt>
    <dgm:pt modelId="{692A7620-4F26-4364-9B27-826801D98EE2}" type="parTrans" cxnId="{B0A1B324-4505-46FE-A86B-60931175A1BD}">
      <dgm:prSet/>
      <dgm:spPr/>
      <dgm:t>
        <a:bodyPr/>
        <a:lstStyle/>
        <a:p>
          <a:endParaRPr lang="en-US"/>
        </a:p>
      </dgm:t>
    </dgm:pt>
    <dgm:pt modelId="{C437B28E-E3DE-4E2B-8A3E-E75B116DE149}" type="sibTrans" cxnId="{B0A1B324-4505-46FE-A86B-60931175A1BD}">
      <dgm:prSet/>
      <dgm:spPr/>
      <dgm:t>
        <a:bodyPr/>
        <a:lstStyle/>
        <a:p>
          <a:endParaRPr lang="en-US"/>
        </a:p>
      </dgm:t>
    </dgm:pt>
    <dgm:pt modelId="{E82F1E14-FD0A-43B5-A00C-C21E0BC10959}">
      <dgm:prSet phldrT="[Text]"/>
      <dgm:spPr/>
      <dgm:t>
        <a:bodyPr bIns="108000" anchor="ctr"/>
        <a:lstStyle/>
        <a:p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Kreira</a:t>
          </a:r>
          <a:r>
            <a:rPr lang="sr-Latn-ME" sz="1700" dirty="0" smtClean="0">
              <a:latin typeface="Calibri" panose="020F0502020204030204" pitchFamily="34" charset="0"/>
              <a:cs typeface="Calibri" panose="020F0502020204030204" pitchFamily="34" charset="0"/>
            </a:rPr>
            <a:t>nje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 100 random </a:t>
          </a:r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rasporeda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punjača</a:t>
          </a:r>
          <a:endParaRPr lang="en-US" sz="17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42763DB-F4D7-40BE-80F6-599E41057A10}" type="parTrans" cxnId="{4474FF41-A624-4347-964F-A0E09AE79ACB}">
      <dgm:prSet/>
      <dgm:spPr/>
      <dgm:t>
        <a:bodyPr/>
        <a:lstStyle/>
        <a:p>
          <a:endParaRPr lang="en-US"/>
        </a:p>
      </dgm:t>
    </dgm:pt>
    <dgm:pt modelId="{7879318F-9D74-4240-B31E-AFFF7CB8428B}" type="sibTrans" cxnId="{4474FF41-A624-4347-964F-A0E09AE79ACB}">
      <dgm:prSet/>
      <dgm:spPr/>
      <dgm:t>
        <a:bodyPr/>
        <a:lstStyle/>
        <a:p>
          <a:endParaRPr lang="en-US"/>
        </a:p>
      </dgm:t>
    </dgm:pt>
    <dgm:pt modelId="{DA82FF15-33C2-4E4C-9635-EAE57CCB1B10}">
      <dgm:prSet phldrT="[Text]"/>
      <dgm:spPr/>
      <dgm:t>
        <a:bodyPr bIns="108000" anchor="ctr"/>
        <a:lstStyle/>
        <a:p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Za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svaki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raspored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US" sz="1700" dirty="0" err="1" smtClean="0">
              <a:latin typeface="Calibri" panose="020F0502020204030204" pitchFamily="34" charset="0"/>
              <a:cs typeface="Calibri" panose="020F0502020204030204" pitchFamily="34" charset="0"/>
            </a:rPr>
            <a:t>izračunaj</a:t>
          </a:r>
          <a:r>
            <a:rPr lang="en-US" sz="1700" dirty="0" smtClean="0">
              <a:latin typeface="Calibri" panose="020F0502020204030204" pitchFamily="34" charset="0"/>
              <a:cs typeface="Calibri" panose="020F0502020204030204" pitchFamily="34" charset="0"/>
            </a:rPr>
            <a:t> fitness:</a:t>
          </a:r>
          <a:endParaRPr lang="en-US" sz="17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7821E6E-2327-463F-B341-044F94DFB516}" type="parTrans" cxnId="{F7888B13-926E-4BFC-B6A3-0423D62B2DBD}">
      <dgm:prSet/>
      <dgm:spPr/>
      <dgm:t>
        <a:bodyPr/>
        <a:lstStyle/>
        <a:p>
          <a:endParaRPr lang="en-US"/>
        </a:p>
      </dgm:t>
    </dgm:pt>
    <dgm:pt modelId="{B3519D5B-DD58-4AB9-B75C-FE1A10130524}" type="sibTrans" cxnId="{F7888B13-926E-4BFC-B6A3-0423D62B2DBD}">
      <dgm:prSet/>
      <dgm:spPr/>
      <dgm:t>
        <a:bodyPr/>
        <a:lstStyle/>
        <a:p>
          <a:endParaRPr lang="en-US"/>
        </a:p>
      </dgm:t>
    </dgm:pt>
    <dgm:pt modelId="{84FFC06F-7023-4004-BE3B-B2A5E7C99D53}">
      <dgm:prSet phldrT="[Text]"/>
      <dgm:spPr/>
      <dgm:t>
        <a:bodyPr/>
        <a:lstStyle/>
        <a:p>
          <a:r>
            <a:rPr lang="sr-Latn-ME" dirty="0" smtClean="0"/>
            <a:t>IZLAZ</a:t>
          </a:r>
          <a:endParaRPr lang="en-US" dirty="0"/>
        </a:p>
      </dgm:t>
    </dgm:pt>
    <dgm:pt modelId="{AB3E9B49-860F-4A82-8EDE-6476EB76316A}" type="parTrans" cxnId="{8BDE04FF-EE01-45AC-89B7-6BD51544DB5A}">
      <dgm:prSet/>
      <dgm:spPr/>
      <dgm:t>
        <a:bodyPr/>
        <a:lstStyle/>
        <a:p>
          <a:endParaRPr lang="en-US"/>
        </a:p>
      </dgm:t>
    </dgm:pt>
    <dgm:pt modelId="{FC220251-75B3-406D-A101-00EB86E1DB11}" type="sibTrans" cxnId="{8BDE04FF-EE01-45AC-89B7-6BD51544DB5A}">
      <dgm:prSet/>
      <dgm:spPr/>
      <dgm:t>
        <a:bodyPr/>
        <a:lstStyle/>
        <a:p>
          <a:endParaRPr lang="en-US"/>
        </a:p>
      </dgm:t>
    </dgm:pt>
    <dgm:pt modelId="{987F2B7D-F190-40D3-A914-7B437B227348}">
      <dgm:prSet phldrT="[Text]"/>
      <dgm:spPr/>
      <dgm:t>
        <a:bodyPr anchor="ctr"/>
        <a:lstStyle/>
        <a:p>
          <a:r>
            <a:rPr lang="pl-PL" dirty="0" smtClean="0">
              <a:latin typeface="Calibri" panose="020F0502020204030204" pitchFamily="34" charset="0"/>
              <a:cs typeface="Calibri" panose="020F0502020204030204" pitchFamily="34" charset="0"/>
            </a:rPr>
            <a:t>41 punjač na optimalnim lokacijama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0D805D3-4B00-4DCB-9A66-6D0B953F462C}" type="parTrans" cxnId="{E885248B-3E7D-40DF-B5B3-07FF1FFCCF5B}">
      <dgm:prSet/>
      <dgm:spPr/>
      <dgm:t>
        <a:bodyPr/>
        <a:lstStyle/>
        <a:p>
          <a:endParaRPr lang="en-US"/>
        </a:p>
      </dgm:t>
    </dgm:pt>
    <dgm:pt modelId="{8EDD5F13-B370-4AA6-AEFA-7E2E6C714BC3}" type="sibTrans" cxnId="{E885248B-3E7D-40DF-B5B3-07FF1FFCCF5B}">
      <dgm:prSet/>
      <dgm:spPr/>
      <dgm:t>
        <a:bodyPr/>
        <a:lstStyle/>
        <a:p>
          <a:endParaRPr lang="en-US"/>
        </a:p>
      </dgm:t>
    </dgm:pt>
    <dgm:pt modelId="{3A0879FE-04D4-422D-805D-4450CDADADD7}">
      <dgm:prSet phldrT="[Text]"/>
      <dgm:spPr/>
      <dgm:t>
        <a:bodyPr anchor="ctr"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Fitness: 554.08 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7A087-E0B9-49C5-A677-285EB7182993}" type="parTrans" cxnId="{41A3EFC6-2A5F-4D0D-BB7B-81305B4DBD63}">
      <dgm:prSet/>
      <dgm:spPr/>
      <dgm:t>
        <a:bodyPr/>
        <a:lstStyle/>
        <a:p>
          <a:endParaRPr lang="en-US"/>
        </a:p>
      </dgm:t>
    </dgm:pt>
    <dgm:pt modelId="{B0C10504-6F4D-4ABE-8620-7D90C98A9202}" type="sibTrans" cxnId="{41A3EFC6-2A5F-4D0D-BB7B-81305B4DBD63}">
      <dgm:prSet/>
      <dgm:spPr/>
      <dgm:t>
        <a:bodyPr/>
        <a:lstStyle/>
        <a:p>
          <a:endParaRPr lang="en-US"/>
        </a:p>
      </dgm:t>
    </dgm:pt>
    <dgm:pt modelId="{D34EAA40-7B4A-4075-BD62-C9158BD9BB6E}">
      <dgm:prSet phldrT="[Text]" custT="1"/>
      <dgm:spPr/>
      <dgm:t>
        <a:bodyPr bIns="108000" anchor="ctr"/>
        <a:lstStyle/>
        <a:p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    - 35% </a:t>
          </a:r>
          <a:r>
            <a:rPr lang="en-US" sz="1400" dirty="0" err="1" smtClean="0">
              <a:latin typeface="Calibri" panose="020F0502020204030204" pitchFamily="34" charset="0"/>
              <a:cs typeface="Calibri" panose="020F0502020204030204" pitchFamily="34" charset="0"/>
            </a:rPr>
            <a:t>pokrivenost</a:t>
          </a:r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400" dirty="0" err="1" smtClean="0">
              <a:latin typeface="Calibri" panose="020F0502020204030204" pitchFamily="34" charset="0"/>
              <a:cs typeface="Calibri" panose="020F0502020204030204" pitchFamily="34" charset="0"/>
            </a:rPr>
            <a:t>populacije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0B1250-D4FF-40BF-8B5B-4FFC5977B415}" type="parTrans" cxnId="{CAB56A75-C571-4E54-B0EC-F44A60539A6B}">
      <dgm:prSet/>
      <dgm:spPr/>
      <dgm:t>
        <a:bodyPr/>
        <a:lstStyle/>
        <a:p>
          <a:endParaRPr lang="en-US"/>
        </a:p>
      </dgm:t>
    </dgm:pt>
    <dgm:pt modelId="{DBF3DED3-3852-4257-B498-9B47FCEFD98F}" type="sibTrans" cxnId="{CAB56A75-C571-4E54-B0EC-F44A60539A6B}">
      <dgm:prSet/>
      <dgm:spPr/>
      <dgm:t>
        <a:bodyPr/>
        <a:lstStyle/>
        <a:p>
          <a:endParaRPr lang="en-US"/>
        </a:p>
      </dgm:t>
    </dgm:pt>
    <dgm:pt modelId="{22126B87-AA12-4A7A-9069-BE358273A746}">
      <dgm:prSet custT="1"/>
      <dgm:spPr/>
      <dgm:t>
        <a:bodyPr bIns="108000" anchor="ctr"/>
        <a:lstStyle/>
        <a:p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    - 10% ograničenja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8FD0741-0962-4BA6-ADD9-1D80CC5FE92A}" type="sibTrans" cxnId="{D83AB590-B415-458F-84D8-61A53A66A570}">
      <dgm:prSet/>
      <dgm:spPr/>
      <dgm:t>
        <a:bodyPr/>
        <a:lstStyle/>
        <a:p>
          <a:endParaRPr lang="en-US"/>
        </a:p>
      </dgm:t>
    </dgm:pt>
    <dgm:pt modelId="{C6B75057-F004-4E73-B056-48841454465A}" type="parTrans" cxnId="{D83AB590-B415-458F-84D8-61A53A66A570}">
      <dgm:prSet/>
      <dgm:spPr/>
      <dgm:t>
        <a:bodyPr/>
        <a:lstStyle/>
        <a:p>
          <a:endParaRPr lang="en-US"/>
        </a:p>
      </dgm:t>
    </dgm:pt>
    <dgm:pt modelId="{5DCDDA85-F938-4802-BF16-A045C3EFBA80}">
      <dgm:prSet custT="1"/>
      <dgm:spPr/>
      <dgm:t>
        <a:bodyPr bIns="108000" anchor="ctr"/>
        <a:lstStyle/>
        <a:p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    - 15% saobraćaj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56E60FB-31A8-45CD-B84B-71340E0C1FBC}" type="sibTrans" cxnId="{910B6A7C-6F8C-40E2-8CC4-CAF92793FC66}">
      <dgm:prSet/>
      <dgm:spPr/>
      <dgm:t>
        <a:bodyPr/>
        <a:lstStyle/>
        <a:p>
          <a:endParaRPr lang="en-US"/>
        </a:p>
      </dgm:t>
    </dgm:pt>
    <dgm:pt modelId="{3213B39E-876B-4442-8BC2-E794C4157BE8}" type="parTrans" cxnId="{910B6A7C-6F8C-40E2-8CC4-CAF92793FC66}">
      <dgm:prSet/>
      <dgm:spPr/>
      <dgm:t>
        <a:bodyPr/>
        <a:lstStyle/>
        <a:p>
          <a:endParaRPr lang="en-US"/>
        </a:p>
      </dgm:t>
    </dgm:pt>
    <dgm:pt modelId="{E38BD05C-1BA1-475E-B114-7C85B3A4631F}">
      <dgm:prSet custT="1"/>
      <dgm:spPr/>
      <dgm:t>
        <a:bodyPr bIns="108000" anchor="ctr"/>
        <a:lstStyle/>
        <a:p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    - 15% ravnomerna distribucija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DC3CD34-99DB-4B43-97E6-27769E52AED1}" type="sibTrans" cxnId="{241ABBC1-5496-4226-8E08-3E61A7C29C3C}">
      <dgm:prSet/>
      <dgm:spPr/>
      <dgm:t>
        <a:bodyPr/>
        <a:lstStyle/>
        <a:p>
          <a:endParaRPr lang="en-US"/>
        </a:p>
      </dgm:t>
    </dgm:pt>
    <dgm:pt modelId="{F4C47E50-0043-481E-947F-8B8ABBFA4F4C}" type="parTrans" cxnId="{241ABBC1-5496-4226-8E08-3E61A7C29C3C}">
      <dgm:prSet/>
      <dgm:spPr/>
      <dgm:t>
        <a:bodyPr/>
        <a:lstStyle/>
        <a:p>
          <a:endParaRPr lang="en-US"/>
        </a:p>
      </dgm:t>
    </dgm:pt>
    <dgm:pt modelId="{A34FC228-405C-4831-BF6A-0EB8BF87A524}">
      <dgm:prSet custT="1"/>
      <dgm:spPr/>
      <dgm:t>
        <a:bodyPr bIns="108000" anchor="ctr"/>
        <a:lstStyle/>
        <a:p>
          <a:r>
            <a:rPr lang="en-US" sz="1400" dirty="0" smtClean="0">
              <a:latin typeface="Calibri" panose="020F0502020204030204" pitchFamily="34" charset="0"/>
              <a:cs typeface="Calibri" panose="020F0502020204030204" pitchFamily="34" charset="0"/>
            </a:rPr>
            <a:t>     - 25% razmak između punjača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B4E056-3686-40A6-B98D-8E2ED906AD13}" type="sibTrans" cxnId="{20150A88-226D-4E41-A550-34778AE00D58}">
      <dgm:prSet/>
      <dgm:spPr/>
      <dgm:t>
        <a:bodyPr/>
        <a:lstStyle/>
        <a:p>
          <a:endParaRPr lang="en-US"/>
        </a:p>
      </dgm:t>
    </dgm:pt>
    <dgm:pt modelId="{9AF3AFCD-ACCA-4EFF-9A83-4E5130369FF9}" type="parTrans" cxnId="{20150A88-226D-4E41-A550-34778AE00D58}">
      <dgm:prSet/>
      <dgm:spPr/>
      <dgm:t>
        <a:bodyPr/>
        <a:lstStyle/>
        <a:p>
          <a:endParaRPr lang="en-US"/>
        </a:p>
      </dgm:t>
    </dgm:pt>
    <dgm:pt modelId="{F8847F96-00E9-442E-ABE0-0E55495D0FAF}">
      <dgm:prSet custT="1"/>
      <dgm:spPr/>
      <dgm:t>
        <a:bodyPr bIns="108000" anchor="ctr"/>
        <a:lstStyle/>
        <a:p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Selekcija</a:t>
          </a:r>
          <a:r>
            <a:rPr lang="en-US" sz="1600" dirty="0" smtClean="0">
              <a:latin typeface="Calibri" panose="020F0502020204030204" pitchFamily="34" charset="0"/>
              <a:cs typeface="Calibri" panose="020F0502020204030204" pitchFamily="34" charset="0"/>
            </a:rPr>
            <a:t>: </a:t>
          </a:r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Odaberi</a:t>
          </a:r>
          <a:r>
            <a:rPr lang="en-US" sz="1600" dirty="0" smtClean="0">
              <a:latin typeface="Calibri" panose="020F0502020204030204" pitchFamily="34" charset="0"/>
              <a:cs typeface="Calibri" panose="020F0502020204030204" pitchFamily="34" charset="0"/>
            </a:rPr>
            <a:t> 5 </a:t>
          </a:r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najboljih</a:t>
          </a:r>
          <a:r>
            <a:rPr lang="en-US" sz="1600" dirty="0" smtClean="0">
              <a:latin typeface="Calibri" panose="020F0502020204030204" pitchFamily="34" charset="0"/>
              <a:cs typeface="Calibri" panose="020F0502020204030204" pitchFamily="34" charset="0"/>
            </a:rPr>
            <a:t> + 95 </a:t>
          </a:r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novih</a:t>
          </a:r>
          <a:r>
            <a:rPr lang="en-US" sz="1600" dirty="0" smtClean="0">
              <a:latin typeface="Calibri" panose="020F0502020204030204" pitchFamily="34" charset="0"/>
              <a:cs typeface="Calibri" panose="020F0502020204030204" pitchFamily="34" charset="0"/>
            </a:rPr>
            <a:t> od crossover-a </a:t>
          </a:r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i</a:t>
          </a:r>
          <a:r>
            <a:rPr lang="en-US" sz="16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dirty="0" err="1" smtClean="0">
              <a:latin typeface="Calibri" panose="020F0502020204030204" pitchFamily="34" charset="0"/>
              <a:cs typeface="Calibri" panose="020F0502020204030204" pitchFamily="34" charset="0"/>
            </a:rPr>
            <a:t>mutacije</a:t>
          </a:r>
          <a:endParaRPr lang="en-US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6BAE070-0A0C-4BEF-B3F9-E596F4ECFFDD}" type="parTrans" cxnId="{F94881C0-C575-40FA-A959-BBC14E809138}">
      <dgm:prSet/>
      <dgm:spPr/>
      <dgm:t>
        <a:bodyPr/>
        <a:lstStyle/>
        <a:p>
          <a:endParaRPr lang="en-US"/>
        </a:p>
      </dgm:t>
    </dgm:pt>
    <dgm:pt modelId="{30FFF7D3-4E9E-4A86-AE42-3E71DA7040E8}" type="sibTrans" cxnId="{F94881C0-C575-40FA-A959-BBC14E809138}">
      <dgm:prSet/>
      <dgm:spPr/>
      <dgm:t>
        <a:bodyPr/>
        <a:lstStyle/>
        <a:p>
          <a:endParaRPr lang="en-US"/>
        </a:p>
      </dgm:t>
    </dgm:pt>
    <dgm:pt modelId="{E21CE0CA-040B-4A66-8ABE-55B3D8AC63F0}">
      <dgm:prSet custT="1"/>
      <dgm:spPr/>
      <dgm:t>
        <a:bodyPr bIns="108000" anchor="ctr"/>
        <a:lstStyle/>
        <a:p>
          <a:r>
            <a:rPr lang="sr-Latn-ME" sz="1600" dirty="0" smtClean="0">
              <a:latin typeface="Calibri" panose="020F0502020204030204" pitchFamily="34" charset="0"/>
              <a:cs typeface="Calibri" panose="020F0502020204030204" pitchFamily="34" charset="0"/>
            </a:rPr>
            <a:t>50 ponavljanja</a:t>
          </a:r>
          <a:endParaRPr lang="en-US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D905027-97A0-49BA-A583-EE212026F67E}" type="parTrans" cxnId="{A4E8C469-EE61-4F65-9AE9-0E56064348B8}">
      <dgm:prSet/>
      <dgm:spPr/>
      <dgm:t>
        <a:bodyPr/>
        <a:lstStyle/>
        <a:p>
          <a:endParaRPr lang="en-US"/>
        </a:p>
      </dgm:t>
    </dgm:pt>
    <dgm:pt modelId="{CB5D5109-770E-463D-A794-22F4D4D1E32B}" type="sibTrans" cxnId="{A4E8C469-EE61-4F65-9AE9-0E56064348B8}">
      <dgm:prSet/>
      <dgm:spPr/>
      <dgm:t>
        <a:bodyPr/>
        <a:lstStyle/>
        <a:p>
          <a:endParaRPr lang="en-US"/>
        </a:p>
      </dgm:t>
    </dgm:pt>
    <dgm:pt modelId="{F612279A-0F3D-4D41-BA4A-5ABF3DE6C7F8}">
      <dgm:prSet phldrT="[Text]"/>
      <dgm:spPr/>
      <dgm:t>
        <a:bodyPr anchor="ctr"/>
        <a:lstStyle/>
        <a:p>
          <a:r>
            <a:rPr lang="en-US" dirty="0" err="1" smtClean="0">
              <a:latin typeface="Calibri" panose="020F0502020204030204" pitchFamily="34" charset="0"/>
              <a:cs typeface="Calibri" panose="020F0502020204030204" pitchFamily="34" charset="0"/>
            </a:rPr>
            <a:t>Mapa</a:t>
          </a:r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 smtClean="0">
              <a:latin typeface="Calibri" panose="020F0502020204030204" pitchFamily="34" charset="0"/>
              <a:cs typeface="Calibri" panose="020F0502020204030204" pitchFamily="34" charset="0"/>
            </a:rPr>
            <a:t>sa</a:t>
          </a:r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 smtClean="0">
              <a:latin typeface="Calibri" panose="020F0502020204030204" pitchFamily="34" charset="0"/>
              <a:cs typeface="Calibri" panose="020F0502020204030204" pitchFamily="34" charset="0"/>
            </a:rPr>
            <a:t>visualizacijom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24B7B3-0EA1-4966-8DDF-C382C1767B8A}" type="parTrans" cxnId="{46EFE7B6-BE0A-4F8C-B4B5-0F678EDF0B12}">
      <dgm:prSet/>
      <dgm:spPr/>
      <dgm:t>
        <a:bodyPr/>
        <a:lstStyle/>
        <a:p>
          <a:endParaRPr lang="en-US"/>
        </a:p>
      </dgm:t>
    </dgm:pt>
    <dgm:pt modelId="{02414925-AE93-4CAD-B5D5-6FE4414F0A1A}" type="sibTrans" cxnId="{46EFE7B6-BE0A-4F8C-B4B5-0F678EDF0B12}">
      <dgm:prSet/>
      <dgm:spPr/>
      <dgm:t>
        <a:bodyPr/>
        <a:lstStyle/>
        <a:p>
          <a:endParaRPr lang="en-US"/>
        </a:p>
      </dgm:t>
    </dgm:pt>
    <dgm:pt modelId="{94265DE1-A1AD-4C6D-8EAA-E563814C33CF}">
      <dgm:prSet phldrT="[Text]"/>
      <dgm:spPr/>
      <dgm:t>
        <a:bodyPr anchor="ctr"/>
        <a:lstStyle/>
        <a:p>
          <a:r>
            <a:rPr lang="en-US" dirty="0" err="1" smtClean="0">
              <a:latin typeface="Calibri" panose="020F0502020204030204" pitchFamily="34" charset="0"/>
              <a:cs typeface="Calibri" panose="020F0502020204030204" pitchFamily="34" charset="0"/>
            </a:rPr>
            <a:t>Tekstualni</a:t>
          </a:r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 smtClean="0">
              <a:latin typeface="Calibri" panose="020F0502020204030204" pitchFamily="34" charset="0"/>
              <a:cs typeface="Calibri" panose="020F0502020204030204" pitchFamily="34" charset="0"/>
            </a:rPr>
            <a:t>izvještaj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31A6254-BA6E-419C-AD8C-1602BE6CFC22}" type="parTrans" cxnId="{31EEB88E-F1BD-4A7E-8408-0D72984B160B}">
      <dgm:prSet/>
      <dgm:spPr/>
      <dgm:t>
        <a:bodyPr/>
        <a:lstStyle/>
        <a:p>
          <a:endParaRPr lang="en-US"/>
        </a:p>
      </dgm:t>
    </dgm:pt>
    <dgm:pt modelId="{104E2F61-FCF6-411C-B100-20E801033C5B}" type="sibTrans" cxnId="{31EEB88E-F1BD-4A7E-8408-0D72984B160B}">
      <dgm:prSet/>
      <dgm:spPr/>
      <dgm:t>
        <a:bodyPr/>
        <a:lstStyle/>
        <a:p>
          <a:endParaRPr lang="en-US"/>
        </a:p>
      </dgm:t>
    </dgm:pt>
    <dgm:pt modelId="{92E5B7FA-8E4F-43BC-9980-253376222577}" type="pres">
      <dgm:prSet presAssocID="{4622F63A-F9C6-4993-A7B8-B5EA781A55A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12A92D-3981-41C8-BAA3-5CF709F2107B}" type="pres">
      <dgm:prSet presAssocID="{CF084E73-5CA4-4D68-893E-73909D27CBCA}" presName="composite" presStyleCnt="0"/>
      <dgm:spPr/>
    </dgm:pt>
    <dgm:pt modelId="{855E5365-28D5-4BB1-88DA-24544DA24AA7}" type="pres">
      <dgm:prSet presAssocID="{CF084E73-5CA4-4D68-893E-73909D27CBCA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11BF8D-76CD-4A72-9337-89703298C73E}" type="pres">
      <dgm:prSet presAssocID="{CF084E73-5CA4-4D68-893E-73909D27CBCA}" presName="parSh" presStyleLbl="node1" presStyleIdx="0" presStyleCnt="3"/>
      <dgm:spPr/>
      <dgm:t>
        <a:bodyPr/>
        <a:lstStyle/>
        <a:p>
          <a:endParaRPr lang="en-US"/>
        </a:p>
      </dgm:t>
    </dgm:pt>
    <dgm:pt modelId="{D4E74BD2-3FC6-428B-BC90-12EB378C7967}" type="pres">
      <dgm:prSet presAssocID="{CF084E73-5CA4-4D68-893E-73909D27CBCA}" presName="desTx" presStyleLbl="fgAcc1" presStyleIdx="0" presStyleCnt="3" custScaleY="84583" custLinFactNeighborX="815" custLinFactNeighborY="-74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6386BC-811B-465E-ADF2-61BAD802C992}" type="pres">
      <dgm:prSet presAssocID="{DC502655-9A80-40CA-B657-CF612632E60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0BA9E148-EE6C-4BCE-B220-EB4007BA7637}" type="pres">
      <dgm:prSet presAssocID="{DC502655-9A80-40CA-B657-CF612632E608}" presName="connTx" presStyleLbl="sibTrans2D1" presStyleIdx="0" presStyleCnt="2"/>
      <dgm:spPr/>
      <dgm:t>
        <a:bodyPr/>
        <a:lstStyle/>
        <a:p>
          <a:endParaRPr lang="en-US"/>
        </a:p>
      </dgm:t>
    </dgm:pt>
    <dgm:pt modelId="{53D9B0ED-1E7B-4135-A0DC-50E438FE56C2}" type="pres">
      <dgm:prSet presAssocID="{F8C0B412-0A0D-4CB7-9642-F81AEEF2B343}" presName="composite" presStyleCnt="0"/>
      <dgm:spPr/>
    </dgm:pt>
    <dgm:pt modelId="{C64F9E4E-DCC6-45CC-8D8A-43F0403169CB}" type="pres">
      <dgm:prSet presAssocID="{F8C0B412-0A0D-4CB7-9642-F81AEEF2B343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CD5E52-8451-4C78-AED1-F2984DAF3B7C}" type="pres">
      <dgm:prSet presAssocID="{F8C0B412-0A0D-4CB7-9642-F81AEEF2B343}" presName="parSh" presStyleLbl="node1" presStyleIdx="1" presStyleCnt="3" custScaleX="136526"/>
      <dgm:spPr/>
      <dgm:t>
        <a:bodyPr/>
        <a:lstStyle/>
        <a:p>
          <a:endParaRPr lang="en-US"/>
        </a:p>
      </dgm:t>
    </dgm:pt>
    <dgm:pt modelId="{C8CD71EE-712B-4329-9BD1-AC2E9EF67DBA}" type="pres">
      <dgm:prSet presAssocID="{F8C0B412-0A0D-4CB7-9642-F81AEEF2B343}" presName="desTx" presStyleLbl="fgAcc1" presStyleIdx="1" presStyleCnt="3" custScaleX="136526" custScaleY="82872" custLinFactNeighborX="6927" custLinFactNeighborY="-90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BB84F0-19D5-40E2-80F1-CEF3FA0067FD}" type="pres">
      <dgm:prSet presAssocID="{C437B28E-E3DE-4E2B-8A3E-E75B116DE149}" presName="sibTrans" presStyleLbl="sibTrans2D1" presStyleIdx="1" presStyleCnt="2"/>
      <dgm:spPr/>
      <dgm:t>
        <a:bodyPr/>
        <a:lstStyle/>
        <a:p>
          <a:endParaRPr lang="en-US"/>
        </a:p>
      </dgm:t>
    </dgm:pt>
    <dgm:pt modelId="{882FD1DB-175C-481E-BCC4-782AD5743ECC}" type="pres">
      <dgm:prSet presAssocID="{C437B28E-E3DE-4E2B-8A3E-E75B116DE149}" presName="connTx" presStyleLbl="sibTrans2D1" presStyleIdx="1" presStyleCnt="2"/>
      <dgm:spPr/>
      <dgm:t>
        <a:bodyPr/>
        <a:lstStyle/>
        <a:p>
          <a:endParaRPr lang="en-US"/>
        </a:p>
      </dgm:t>
    </dgm:pt>
    <dgm:pt modelId="{FBFFDFAE-2651-4D86-A839-F2D839417527}" type="pres">
      <dgm:prSet presAssocID="{84FFC06F-7023-4004-BE3B-B2A5E7C99D53}" presName="composite" presStyleCnt="0"/>
      <dgm:spPr/>
    </dgm:pt>
    <dgm:pt modelId="{040BE692-0849-452D-8E64-BB24BF4A4536}" type="pres">
      <dgm:prSet presAssocID="{84FFC06F-7023-4004-BE3B-B2A5E7C99D53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37E3FA-AD40-4F75-8A41-D5A0E9673017}" type="pres">
      <dgm:prSet presAssocID="{84FFC06F-7023-4004-BE3B-B2A5E7C99D53}" presName="parSh" presStyleLbl="node1" presStyleIdx="2" presStyleCnt="3"/>
      <dgm:spPr/>
      <dgm:t>
        <a:bodyPr/>
        <a:lstStyle/>
        <a:p>
          <a:endParaRPr lang="en-US"/>
        </a:p>
      </dgm:t>
    </dgm:pt>
    <dgm:pt modelId="{33BD241B-8B3B-4AEA-80FC-B0B7B762634D}" type="pres">
      <dgm:prSet presAssocID="{84FFC06F-7023-4004-BE3B-B2A5E7C99D53}" presName="desTx" presStyleLbl="fgAcc1" presStyleIdx="2" presStyleCnt="3" custScaleY="84835" custLinFactNeighborX="-407" custLinFactNeighborY="-94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150A88-226D-4E41-A550-34778AE00D58}" srcId="{DA82FF15-33C2-4E4C-9635-EAE57CCB1B10}" destId="{A34FC228-405C-4831-BF6A-0EB8BF87A524}" srcOrd="1" destOrd="0" parTransId="{9AF3AFCD-ACCA-4EFF-9A83-4E5130369FF9}" sibTransId="{5AB4E056-3686-40A6-B98D-8E2ED906AD13}"/>
    <dgm:cxn modelId="{16D9C99D-84F3-4E97-A46E-9CD60BA69F39}" type="presOf" srcId="{F8847F96-00E9-442E-ABE0-0E55495D0FAF}" destId="{C8CD71EE-712B-4329-9BD1-AC2E9EF67DBA}" srcOrd="0" destOrd="7" presId="urn:microsoft.com/office/officeart/2005/8/layout/process3"/>
    <dgm:cxn modelId="{3600DD0B-6493-4E58-A2FE-E79A24B5D31C}" type="presOf" srcId="{DA82FF15-33C2-4E4C-9635-EAE57CCB1B10}" destId="{C8CD71EE-712B-4329-9BD1-AC2E9EF67DBA}" srcOrd="0" destOrd="1" presId="urn:microsoft.com/office/officeart/2005/8/layout/process3"/>
    <dgm:cxn modelId="{51CF1A21-F8E2-4A60-AC84-BD119956236C}" type="presOf" srcId="{94265DE1-A1AD-4C6D-8EAA-E563814C33CF}" destId="{33BD241B-8B3B-4AEA-80FC-B0B7B762634D}" srcOrd="0" destOrd="3" presId="urn:microsoft.com/office/officeart/2005/8/layout/process3"/>
    <dgm:cxn modelId="{92DF9481-D9BD-41AC-B336-47E005FF0792}" type="presOf" srcId="{84FFC06F-7023-4004-BE3B-B2A5E7C99D53}" destId="{040BE692-0849-452D-8E64-BB24BF4A4536}" srcOrd="0" destOrd="0" presId="urn:microsoft.com/office/officeart/2005/8/layout/process3"/>
    <dgm:cxn modelId="{4B1338E3-97B6-4327-A997-F8307DC71525}" type="presOf" srcId="{F612279A-0F3D-4D41-BA4A-5ABF3DE6C7F8}" destId="{33BD241B-8B3B-4AEA-80FC-B0B7B762634D}" srcOrd="0" destOrd="2" presId="urn:microsoft.com/office/officeart/2005/8/layout/process3"/>
    <dgm:cxn modelId="{31D4807D-B725-4DBC-AE78-6CE83CEA6754}" type="presOf" srcId="{22126B87-AA12-4A7A-9069-BE358273A746}" destId="{C8CD71EE-712B-4329-9BD1-AC2E9EF67DBA}" srcOrd="0" destOrd="6" presId="urn:microsoft.com/office/officeart/2005/8/layout/process3"/>
    <dgm:cxn modelId="{6384279C-953E-4292-8CA8-20D4D6FE235B}" srcId="{4622F63A-F9C6-4993-A7B8-B5EA781A55A9}" destId="{CF084E73-5CA4-4D68-893E-73909D27CBCA}" srcOrd="0" destOrd="0" parTransId="{40A60D64-9051-4D4D-9CC1-1838D99D1749}" sibTransId="{DC502655-9A80-40CA-B657-CF612632E608}"/>
    <dgm:cxn modelId="{91218ACB-3692-4F5F-B57F-2EF2D410E4B4}" type="presOf" srcId="{DC502655-9A80-40CA-B657-CF612632E608}" destId="{4E6386BC-811B-465E-ADF2-61BAD802C992}" srcOrd="0" destOrd="0" presId="urn:microsoft.com/office/officeart/2005/8/layout/process3"/>
    <dgm:cxn modelId="{F94881C0-C575-40FA-A959-BBC14E809138}" srcId="{F8C0B412-0A0D-4CB7-9642-F81AEEF2B343}" destId="{F8847F96-00E9-442E-ABE0-0E55495D0FAF}" srcOrd="2" destOrd="0" parTransId="{36BAE070-0A0C-4BEF-B3F9-E596F4ECFFDD}" sibTransId="{30FFF7D3-4E9E-4A86-AE42-3E71DA7040E8}"/>
    <dgm:cxn modelId="{47386A35-1D3E-4678-9F4B-039A12724240}" type="presOf" srcId="{987F2B7D-F190-40D3-A914-7B437B227348}" destId="{33BD241B-8B3B-4AEA-80FC-B0B7B762634D}" srcOrd="0" destOrd="0" presId="urn:microsoft.com/office/officeart/2005/8/layout/process3"/>
    <dgm:cxn modelId="{36E07920-9EAE-49F1-800A-0A2F6FD69079}" type="presOf" srcId="{C437B28E-E3DE-4E2B-8A3E-E75B116DE149}" destId="{35BB84F0-19D5-40E2-80F1-CEF3FA0067FD}" srcOrd="0" destOrd="0" presId="urn:microsoft.com/office/officeart/2005/8/layout/process3"/>
    <dgm:cxn modelId="{C2F55598-BACD-457E-BD04-B8B2719984D8}" type="presOf" srcId="{E82F1E14-FD0A-43B5-A00C-C21E0BC10959}" destId="{C8CD71EE-712B-4329-9BD1-AC2E9EF67DBA}" srcOrd="0" destOrd="0" presId="urn:microsoft.com/office/officeart/2005/8/layout/process3"/>
    <dgm:cxn modelId="{C45094EC-63FF-4815-B81D-B94C768A788F}" type="presOf" srcId="{DEC6F2B5-C6CB-47A1-800A-F8676BAEF3CB}" destId="{D4E74BD2-3FC6-428B-BC90-12EB378C7967}" srcOrd="0" destOrd="1" presId="urn:microsoft.com/office/officeart/2005/8/layout/process3"/>
    <dgm:cxn modelId="{F586337D-0FDA-45A7-A042-77437CAFEC3C}" type="presOf" srcId="{E38BD05C-1BA1-475E-B114-7C85B3A4631F}" destId="{C8CD71EE-712B-4329-9BD1-AC2E9EF67DBA}" srcOrd="0" destOrd="4" presId="urn:microsoft.com/office/officeart/2005/8/layout/process3"/>
    <dgm:cxn modelId="{8718E44C-7956-4484-AF67-F89A45D43411}" type="presOf" srcId="{F8C0B412-0A0D-4CB7-9642-F81AEEF2B343}" destId="{C64F9E4E-DCC6-45CC-8D8A-43F0403169CB}" srcOrd="0" destOrd="0" presId="urn:microsoft.com/office/officeart/2005/8/layout/process3"/>
    <dgm:cxn modelId="{241ABBC1-5496-4226-8E08-3E61A7C29C3C}" srcId="{DA82FF15-33C2-4E4C-9635-EAE57CCB1B10}" destId="{E38BD05C-1BA1-475E-B114-7C85B3A4631F}" srcOrd="2" destOrd="0" parTransId="{F4C47E50-0043-481E-947F-8B8ABBFA4F4C}" sibTransId="{7DC3CD34-99DB-4B43-97E6-27769E52AED1}"/>
    <dgm:cxn modelId="{6E673437-C13C-4869-AB12-0A00562DE557}" type="presOf" srcId="{C437B28E-E3DE-4E2B-8A3E-E75B116DE149}" destId="{882FD1DB-175C-481E-BCC4-782AD5743ECC}" srcOrd="1" destOrd="0" presId="urn:microsoft.com/office/officeart/2005/8/layout/process3"/>
    <dgm:cxn modelId="{83541249-FBC8-4BD4-913F-DB6D409BAC78}" type="presOf" srcId="{3A0879FE-04D4-422D-805D-4450CDADADD7}" destId="{33BD241B-8B3B-4AEA-80FC-B0B7B762634D}" srcOrd="0" destOrd="1" presId="urn:microsoft.com/office/officeart/2005/8/layout/process3"/>
    <dgm:cxn modelId="{B0A1B324-4505-46FE-A86B-60931175A1BD}" srcId="{4622F63A-F9C6-4993-A7B8-B5EA781A55A9}" destId="{F8C0B412-0A0D-4CB7-9642-F81AEEF2B343}" srcOrd="1" destOrd="0" parTransId="{692A7620-4F26-4364-9B27-826801D98EE2}" sibTransId="{C437B28E-E3DE-4E2B-8A3E-E75B116DE149}"/>
    <dgm:cxn modelId="{CAB56A75-C571-4E54-B0EC-F44A60539A6B}" srcId="{DA82FF15-33C2-4E4C-9635-EAE57CCB1B10}" destId="{D34EAA40-7B4A-4075-BD62-C9158BD9BB6E}" srcOrd="0" destOrd="0" parTransId="{E00B1250-D4FF-40BF-8B5B-4FFC5977B415}" sibTransId="{DBF3DED3-3852-4257-B498-9B47FCEFD98F}"/>
    <dgm:cxn modelId="{3407B979-0C36-45F7-ACA9-733C1A4160AB}" type="presOf" srcId="{E21CE0CA-040B-4A66-8ABE-55B3D8AC63F0}" destId="{C8CD71EE-712B-4329-9BD1-AC2E9EF67DBA}" srcOrd="0" destOrd="8" presId="urn:microsoft.com/office/officeart/2005/8/layout/process3"/>
    <dgm:cxn modelId="{31EEB88E-F1BD-4A7E-8408-0D72984B160B}" srcId="{84FFC06F-7023-4004-BE3B-B2A5E7C99D53}" destId="{94265DE1-A1AD-4C6D-8EAA-E563814C33CF}" srcOrd="3" destOrd="0" parTransId="{331A6254-BA6E-419C-AD8C-1602BE6CFC22}" sibTransId="{104E2F61-FCF6-411C-B100-20E801033C5B}"/>
    <dgm:cxn modelId="{41A3EFC6-2A5F-4D0D-BB7B-81305B4DBD63}" srcId="{84FFC06F-7023-4004-BE3B-B2A5E7C99D53}" destId="{3A0879FE-04D4-422D-805D-4450CDADADD7}" srcOrd="1" destOrd="0" parTransId="{2A97A087-E0B9-49C5-A677-285EB7182993}" sibTransId="{B0C10504-6F4D-4ABE-8620-7D90C98A9202}"/>
    <dgm:cxn modelId="{32D1B62D-18B8-4786-AE5B-C0363657FDE6}" type="presOf" srcId="{F8C0B412-0A0D-4CB7-9642-F81AEEF2B343}" destId="{C9CD5E52-8451-4C78-AED1-F2984DAF3B7C}" srcOrd="1" destOrd="0" presId="urn:microsoft.com/office/officeart/2005/8/layout/process3"/>
    <dgm:cxn modelId="{D83AB590-B415-458F-84D8-61A53A66A570}" srcId="{DA82FF15-33C2-4E4C-9635-EAE57CCB1B10}" destId="{22126B87-AA12-4A7A-9069-BE358273A746}" srcOrd="4" destOrd="0" parTransId="{C6B75057-F004-4E73-B056-48841454465A}" sibTransId="{58FD0741-0962-4BA6-ADD9-1D80CC5FE92A}"/>
    <dgm:cxn modelId="{D02C67F1-1573-497B-A5FA-7641C0D98466}" type="presOf" srcId="{DC502655-9A80-40CA-B657-CF612632E608}" destId="{0BA9E148-EE6C-4BCE-B220-EB4007BA7637}" srcOrd="1" destOrd="0" presId="urn:microsoft.com/office/officeart/2005/8/layout/process3"/>
    <dgm:cxn modelId="{4668A096-DFD1-45F9-B611-088272F27209}" type="presOf" srcId="{84FFC06F-7023-4004-BE3B-B2A5E7C99D53}" destId="{0237E3FA-AD40-4F75-8A41-D5A0E9673017}" srcOrd="1" destOrd="0" presId="urn:microsoft.com/office/officeart/2005/8/layout/process3"/>
    <dgm:cxn modelId="{E3FE4766-D0A6-415F-B9A8-3908F8A3F7B1}" type="presOf" srcId="{4622F63A-F9C6-4993-A7B8-B5EA781A55A9}" destId="{92E5B7FA-8E4F-43BC-9980-253376222577}" srcOrd="0" destOrd="0" presId="urn:microsoft.com/office/officeart/2005/8/layout/process3"/>
    <dgm:cxn modelId="{63BDEBB0-375A-426F-BEF3-843D9E7B71BE}" type="presOf" srcId="{A34FC228-405C-4831-BF6A-0EB8BF87A524}" destId="{C8CD71EE-712B-4329-9BD1-AC2E9EF67DBA}" srcOrd="0" destOrd="3" presId="urn:microsoft.com/office/officeart/2005/8/layout/process3"/>
    <dgm:cxn modelId="{1173829E-4B0B-4E14-8A08-B20A90EFC1ED}" srcId="{CF084E73-5CA4-4D68-893E-73909D27CBCA}" destId="{04353C8C-F698-4D45-9A7B-AB88961D6ABD}" srcOrd="0" destOrd="0" parTransId="{21A0B7F5-24D8-4936-899B-3977AD001944}" sibTransId="{09A61157-10BB-4781-A221-BA0E7B326CB7}"/>
    <dgm:cxn modelId="{F569EB3B-B484-4197-B832-DDE6BA1F8766}" type="presOf" srcId="{CF084E73-5CA4-4D68-893E-73909D27CBCA}" destId="{855E5365-28D5-4BB1-88DA-24544DA24AA7}" srcOrd="0" destOrd="0" presId="urn:microsoft.com/office/officeart/2005/8/layout/process3"/>
    <dgm:cxn modelId="{46EFE7B6-BE0A-4F8C-B4B5-0F678EDF0B12}" srcId="{84FFC06F-7023-4004-BE3B-B2A5E7C99D53}" destId="{F612279A-0F3D-4D41-BA4A-5ABF3DE6C7F8}" srcOrd="2" destOrd="0" parTransId="{E024B7B3-0EA1-4966-8DDF-C382C1767B8A}" sibTransId="{02414925-AE93-4CAD-B5D5-6FE4414F0A1A}"/>
    <dgm:cxn modelId="{479360AD-BAF6-49E7-AAA2-BFF7B9CC02A0}" type="presOf" srcId="{5DCDDA85-F938-4802-BF16-A045C3EFBA80}" destId="{C8CD71EE-712B-4329-9BD1-AC2E9EF67DBA}" srcOrd="0" destOrd="5" presId="urn:microsoft.com/office/officeart/2005/8/layout/process3"/>
    <dgm:cxn modelId="{8D0EC695-F76B-475E-A5D6-90269D98ECC7}" type="presOf" srcId="{D34EAA40-7B4A-4075-BD62-C9158BD9BB6E}" destId="{C8CD71EE-712B-4329-9BD1-AC2E9EF67DBA}" srcOrd="0" destOrd="2" presId="urn:microsoft.com/office/officeart/2005/8/layout/process3"/>
    <dgm:cxn modelId="{0BC7D6C6-A996-4C14-9008-E9A601102230}" type="presOf" srcId="{04353C8C-F698-4D45-9A7B-AB88961D6ABD}" destId="{D4E74BD2-3FC6-428B-BC90-12EB378C7967}" srcOrd="0" destOrd="0" presId="urn:microsoft.com/office/officeart/2005/8/layout/process3"/>
    <dgm:cxn modelId="{4474FF41-A624-4347-964F-A0E09AE79ACB}" srcId="{F8C0B412-0A0D-4CB7-9642-F81AEEF2B343}" destId="{E82F1E14-FD0A-43B5-A00C-C21E0BC10959}" srcOrd="0" destOrd="0" parTransId="{642763DB-F4D7-40BE-80F6-599E41057A10}" sibTransId="{7879318F-9D74-4240-B31E-AFFF7CB8428B}"/>
    <dgm:cxn modelId="{910B6A7C-6F8C-40E2-8CC4-CAF92793FC66}" srcId="{DA82FF15-33C2-4E4C-9635-EAE57CCB1B10}" destId="{5DCDDA85-F938-4802-BF16-A045C3EFBA80}" srcOrd="3" destOrd="0" parTransId="{3213B39E-876B-4442-8BC2-E794C4157BE8}" sibTransId="{956E60FB-31A8-45CD-B84B-71340E0C1FBC}"/>
    <dgm:cxn modelId="{E885248B-3E7D-40DF-B5B3-07FF1FFCCF5B}" srcId="{84FFC06F-7023-4004-BE3B-B2A5E7C99D53}" destId="{987F2B7D-F190-40D3-A914-7B437B227348}" srcOrd="0" destOrd="0" parTransId="{80D805D3-4B00-4DCB-9A66-6D0B953F462C}" sibTransId="{8EDD5F13-B370-4AA6-AEFA-7E2E6C714BC3}"/>
    <dgm:cxn modelId="{8BDE04FF-EE01-45AC-89B7-6BD51544DB5A}" srcId="{4622F63A-F9C6-4993-A7B8-B5EA781A55A9}" destId="{84FFC06F-7023-4004-BE3B-B2A5E7C99D53}" srcOrd="2" destOrd="0" parTransId="{AB3E9B49-860F-4A82-8EDE-6476EB76316A}" sibTransId="{FC220251-75B3-406D-A101-00EB86E1DB11}"/>
    <dgm:cxn modelId="{A4E8C469-EE61-4F65-9AE9-0E56064348B8}" srcId="{F8C0B412-0A0D-4CB7-9642-F81AEEF2B343}" destId="{E21CE0CA-040B-4A66-8ABE-55B3D8AC63F0}" srcOrd="3" destOrd="0" parTransId="{7D905027-97A0-49BA-A583-EE212026F67E}" sibTransId="{CB5D5109-770E-463D-A794-22F4D4D1E32B}"/>
    <dgm:cxn modelId="{B805110A-E44C-4B5D-8000-EF2A15852B30}" srcId="{CF084E73-5CA4-4D68-893E-73909D27CBCA}" destId="{DEC6F2B5-C6CB-47A1-800A-F8676BAEF3CB}" srcOrd="1" destOrd="0" parTransId="{143120EC-6DCA-496C-89AE-6CA3163F1811}" sibTransId="{96687088-F850-4B6F-A958-3540295DD883}"/>
    <dgm:cxn modelId="{A27C51A6-C70C-44C8-88F4-8589CA908CB7}" type="presOf" srcId="{CF084E73-5CA4-4D68-893E-73909D27CBCA}" destId="{D911BF8D-76CD-4A72-9337-89703298C73E}" srcOrd="1" destOrd="0" presId="urn:microsoft.com/office/officeart/2005/8/layout/process3"/>
    <dgm:cxn modelId="{F7888B13-926E-4BFC-B6A3-0423D62B2DBD}" srcId="{F8C0B412-0A0D-4CB7-9642-F81AEEF2B343}" destId="{DA82FF15-33C2-4E4C-9635-EAE57CCB1B10}" srcOrd="1" destOrd="0" parTransId="{07821E6E-2327-463F-B341-044F94DFB516}" sibTransId="{B3519D5B-DD58-4AB9-B75C-FE1A10130524}"/>
    <dgm:cxn modelId="{71BD01BE-AC92-4943-9194-527EFDDCCBD7}" type="presParOf" srcId="{92E5B7FA-8E4F-43BC-9980-253376222577}" destId="{6512A92D-3981-41C8-BAA3-5CF709F2107B}" srcOrd="0" destOrd="0" presId="urn:microsoft.com/office/officeart/2005/8/layout/process3"/>
    <dgm:cxn modelId="{04917C3F-4C93-4AB5-85FA-FA3CF64E2BBC}" type="presParOf" srcId="{6512A92D-3981-41C8-BAA3-5CF709F2107B}" destId="{855E5365-28D5-4BB1-88DA-24544DA24AA7}" srcOrd="0" destOrd="0" presId="urn:microsoft.com/office/officeart/2005/8/layout/process3"/>
    <dgm:cxn modelId="{AF21C31B-EA6B-4FF3-906D-4E108B4A8F17}" type="presParOf" srcId="{6512A92D-3981-41C8-BAA3-5CF709F2107B}" destId="{D911BF8D-76CD-4A72-9337-89703298C73E}" srcOrd="1" destOrd="0" presId="urn:microsoft.com/office/officeart/2005/8/layout/process3"/>
    <dgm:cxn modelId="{9A927756-C756-4700-995F-3AB18825E8BC}" type="presParOf" srcId="{6512A92D-3981-41C8-BAA3-5CF709F2107B}" destId="{D4E74BD2-3FC6-428B-BC90-12EB378C7967}" srcOrd="2" destOrd="0" presId="urn:microsoft.com/office/officeart/2005/8/layout/process3"/>
    <dgm:cxn modelId="{1347C300-7AE1-4623-B3F8-382CD889784E}" type="presParOf" srcId="{92E5B7FA-8E4F-43BC-9980-253376222577}" destId="{4E6386BC-811B-465E-ADF2-61BAD802C992}" srcOrd="1" destOrd="0" presId="urn:microsoft.com/office/officeart/2005/8/layout/process3"/>
    <dgm:cxn modelId="{F4384E7C-E00C-4A19-9C5D-5A3964DB020F}" type="presParOf" srcId="{4E6386BC-811B-465E-ADF2-61BAD802C992}" destId="{0BA9E148-EE6C-4BCE-B220-EB4007BA7637}" srcOrd="0" destOrd="0" presId="urn:microsoft.com/office/officeart/2005/8/layout/process3"/>
    <dgm:cxn modelId="{F37730CA-AC73-4919-ACBF-0F75AED947F1}" type="presParOf" srcId="{92E5B7FA-8E4F-43BC-9980-253376222577}" destId="{53D9B0ED-1E7B-4135-A0DC-50E438FE56C2}" srcOrd="2" destOrd="0" presId="urn:microsoft.com/office/officeart/2005/8/layout/process3"/>
    <dgm:cxn modelId="{22BC48F9-04FC-496B-861C-8AF7015B4C3E}" type="presParOf" srcId="{53D9B0ED-1E7B-4135-A0DC-50E438FE56C2}" destId="{C64F9E4E-DCC6-45CC-8D8A-43F0403169CB}" srcOrd="0" destOrd="0" presId="urn:microsoft.com/office/officeart/2005/8/layout/process3"/>
    <dgm:cxn modelId="{14AA5CBB-455F-4A7F-9FD0-55C32DB4A990}" type="presParOf" srcId="{53D9B0ED-1E7B-4135-A0DC-50E438FE56C2}" destId="{C9CD5E52-8451-4C78-AED1-F2984DAF3B7C}" srcOrd="1" destOrd="0" presId="urn:microsoft.com/office/officeart/2005/8/layout/process3"/>
    <dgm:cxn modelId="{4CF5100B-E3AD-4F0C-A73C-18DF4C20F22E}" type="presParOf" srcId="{53D9B0ED-1E7B-4135-A0DC-50E438FE56C2}" destId="{C8CD71EE-712B-4329-9BD1-AC2E9EF67DBA}" srcOrd="2" destOrd="0" presId="urn:microsoft.com/office/officeart/2005/8/layout/process3"/>
    <dgm:cxn modelId="{9FE791F3-C3FC-4DAA-8F6E-1CEC089CB63B}" type="presParOf" srcId="{92E5B7FA-8E4F-43BC-9980-253376222577}" destId="{35BB84F0-19D5-40E2-80F1-CEF3FA0067FD}" srcOrd="3" destOrd="0" presId="urn:microsoft.com/office/officeart/2005/8/layout/process3"/>
    <dgm:cxn modelId="{FCBC1182-A31C-43B6-9D4D-E8EFC861DE7F}" type="presParOf" srcId="{35BB84F0-19D5-40E2-80F1-CEF3FA0067FD}" destId="{882FD1DB-175C-481E-BCC4-782AD5743ECC}" srcOrd="0" destOrd="0" presId="urn:microsoft.com/office/officeart/2005/8/layout/process3"/>
    <dgm:cxn modelId="{C4469ACD-85AD-4960-B478-908A17319A43}" type="presParOf" srcId="{92E5B7FA-8E4F-43BC-9980-253376222577}" destId="{FBFFDFAE-2651-4D86-A839-F2D839417527}" srcOrd="4" destOrd="0" presId="urn:microsoft.com/office/officeart/2005/8/layout/process3"/>
    <dgm:cxn modelId="{93C290A6-FB76-4EE6-B604-3F0DA67C741F}" type="presParOf" srcId="{FBFFDFAE-2651-4D86-A839-F2D839417527}" destId="{040BE692-0849-452D-8E64-BB24BF4A4536}" srcOrd="0" destOrd="0" presId="urn:microsoft.com/office/officeart/2005/8/layout/process3"/>
    <dgm:cxn modelId="{2417F90D-E8D2-4354-8E67-196EB91A8608}" type="presParOf" srcId="{FBFFDFAE-2651-4D86-A839-F2D839417527}" destId="{0237E3FA-AD40-4F75-8A41-D5A0E9673017}" srcOrd="1" destOrd="0" presId="urn:microsoft.com/office/officeart/2005/8/layout/process3"/>
    <dgm:cxn modelId="{0382ABBC-1839-4B81-A933-3CFDCC93C3B3}" type="presParOf" srcId="{FBFFDFAE-2651-4D86-A839-F2D839417527}" destId="{33BD241B-8B3B-4AEA-80FC-B0B7B762634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8A4FB-741F-455F-8B21-0BEA26A913EA}">
      <dsp:nvSpPr>
        <dsp:cNvPr id="0" name=""/>
        <dsp:cNvSpPr/>
      </dsp:nvSpPr>
      <dsp:spPr>
        <a:xfrm>
          <a:off x="2785837" y="518287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4930" y="561856"/>
        <a:ext cx="21515" cy="4303"/>
      </dsp:txXfrm>
    </dsp:sp>
    <dsp:sp modelId="{F6B4E31F-E312-4AC4-8813-F64829B3F811}">
      <dsp:nvSpPr>
        <dsp:cNvPr id="0" name=""/>
        <dsp:cNvSpPr/>
      </dsp:nvSpPr>
      <dsp:spPr>
        <a:xfrm>
          <a:off x="916759" y="2744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</a:schemeClr>
            </a:gs>
            <a:gs pos="90000">
              <a:schemeClr val="accent5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0"/>
              <a:satOff val="0"/>
              <a:lumOff val="0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Populacija organizama</a:t>
          </a:r>
          <a:endParaRPr lang="en-US" sz="1500" b="1" kern="1200" dirty="0"/>
        </a:p>
      </dsp:txBody>
      <dsp:txXfrm>
        <a:off x="916759" y="2744"/>
        <a:ext cx="1870877" cy="1122526"/>
      </dsp:txXfrm>
    </dsp:sp>
    <dsp:sp modelId="{E08A494F-9BC8-47F3-8355-87DEB2EF90A0}">
      <dsp:nvSpPr>
        <dsp:cNvPr id="0" name=""/>
        <dsp:cNvSpPr/>
      </dsp:nvSpPr>
      <dsp:spPr>
        <a:xfrm>
          <a:off x="1852198" y="1123470"/>
          <a:ext cx="2301179" cy="399701"/>
        </a:xfrm>
        <a:custGeom>
          <a:avLst/>
          <a:gdLst/>
          <a:ahLst/>
          <a:cxnLst/>
          <a:rect l="0" t="0" r="0" b="0"/>
          <a:pathLst>
            <a:path>
              <a:moveTo>
                <a:pt x="2301179" y="0"/>
              </a:moveTo>
              <a:lnTo>
                <a:pt x="2301179" y="216950"/>
              </a:lnTo>
              <a:lnTo>
                <a:pt x="0" y="216950"/>
              </a:lnTo>
              <a:lnTo>
                <a:pt x="0" y="399701"/>
              </a:lnTo>
            </a:path>
          </a:pathLst>
        </a:custGeom>
        <a:noFill/>
        <a:ln w="10000" cap="flat" cmpd="sng" algn="ctr">
          <a:solidFill>
            <a:schemeClr val="accent5">
              <a:hueOff val="2718752"/>
              <a:satOff val="-15871"/>
              <a:lumOff val="-1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44261" y="1321170"/>
        <a:ext cx="117053" cy="4303"/>
      </dsp:txXfrm>
    </dsp:sp>
    <dsp:sp modelId="{CCCE3555-6FD3-4AC5-AAE9-C89827FF36BC}">
      <dsp:nvSpPr>
        <dsp:cNvPr id="0" name=""/>
        <dsp:cNvSpPr/>
      </dsp:nvSpPr>
      <dsp:spPr>
        <a:xfrm>
          <a:off x="3217938" y="2744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2175002"/>
                <a:satOff val="-12697"/>
                <a:lumOff val="-1019"/>
                <a:alphaOff val="0"/>
              </a:schemeClr>
            </a:gs>
            <a:gs pos="90000">
              <a:schemeClr val="accent5">
                <a:hueOff val="2175002"/>
                <a:satOff val="-12697"/>
                <a:lumOff val="-1019"/>
                <a:alphaOff val="0"/>
                <a:shade val="100000"/>
                <a:satMod val="105000"/>
              </a:schemeClr>
            </a:gs>
            <a:gs pos="100000">
              <a:schemeClr val="accent5">
                <a:hueOff val="2175002"/>
                <a:satOff val="-12697"/>
                <a:lumOff val="-1019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2175002"/>
              <a:satOff val="-12697"/>
              <a:lumOff val="-1019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Fitness = "</a:t>
          </a:r>
          <a:r>
            <a:rPr lang="en-US" sz="1500" b="1" kern="1200" dirty="0" err="1" smtClean="0"/>
            <a:t>Sposobnost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za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preživljavanje</a:t>
          </a:r>
          <a:r>
            <a:rPr lang="en-US" sz="1500" b="1" kern="1200" dirty="0" smtClean="0"/>
            <a:t>"</a:t>
          </a:r>
          <a:endParaRPr lang="en-US" sz="1500" b="1" kern="1200" dirty="0"/>
        </a:p>
      </dsp:txBody>
      <dsp:txXfrm>
        <a:off x="3217938" y="2744"/>
        <a:ext cx="1870877" cy="1122526"/>
      </dsp:txXfrm>
    </dsp:sp>
    <dsp:sp modelId="{2D1AA46B-BA0A-46A3-A3B6-1A172D28F1B6}">
      <dsp:nvSpPr>
        <dsp:cNvPr id="0" name=""/>
        <dsp:cNvSpPr/>
      </dsp:nvSpPr>
      <dsp:spPr>
        <a:xfrm>
          <a:off x="2785837" y="2071116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5437504"/>
              <a:satOff val="-31742"/>
              <a:lumOff val="-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4930" y="2114684"/>
        <a:ext cx="21515" cy="4303"/>
      </dsp:txXfrm>
    </dsp:sp>
    <dsp:sp modelId="{B99C1838-4FF1-4D1B-9918-237E05D08D2B}">
      <dsp:nvSpPr>
        <dsp:cNvPr id="0" name=""/>
        <dsp:cNvSpPr/>
      </dsp:nvSpPr>
      <dsp:spPr>
        <a:xfrm>
          <a:off x="916759" y="1555572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4350003"/>
                <a:satOff val="-25394"/>
                <a:lumOff val="-2039"/>
                <a:alphaOff val="0"/>
              </a:schemeClr>
            </a:gs>
            <a:gs pos="90000">
              <a:schemeClr val="accent5">
                <a:hueOff val="4350003"/>
                <a:satOff val="-25394"/>
                <a:lumOff val="-2039"/>
                <a:alphaOff val="0"/>
                <a:shade val="100000"/>
                <a:satMod val="105000"/>
              </a:schemeClr>
            </a:gs>
            <a:gs pos="100000">
              <a:schemeClr val="accent5">
                <a:hueOff val="4350003"/>
                <a:satOff val="-25394"/>
                <a:lumOff val="-2039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4350003"/>
              <a:satOff val="-25394"/>
              <a:lumOff val="-2039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err="1" smtClean="0"/>
            <a:t>Selekcija</a:t>
          </a:r>
          <a:r>
            <a:rPr lang="en-US" sz="1500" b="1" kern="1200" dirty="0" smtClean="0"/>
            <a:t> = "</a:t>
          </a:r>
          <a:r>
            <a:rPr lang="en-US" sz="1500" b="1" kern="1200" dirty="0" err="1" smtClean="0"/>
            <a:t>Prirodna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selekcija</a:t>
          </a:r>
          <a:r>
            <a:rPr lang="en-US" sz="1500" b="1" kern="1200" dirty="0" smtClean="0"/>
            <a:t>" (</a:t>
          </a:r>
          <a:r>
            <a:rPr lang="en-US" sz="1500" b="1" kern="1200" dirty="0" err="1" smtClean="0"/>
            <a:t>preživjavaju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najbolji</a:t>
          </a:r>
          <a:r>
            <a:rPr lang="en-US" sz="1500" b="1" kern="1200" dirty="0" smtClean="0"/>
            <a:t>)</a:t>
          </a:r>
          <a:endParaRPr lang="en-US" sz="1500" b="1" kern="1200" dirty="0"/>
        </a:p>
      </dsp:txBody>
      <dsp:txXfrm>
        <a:off x="916759" y="1555572"/>
        <a:ext cx="1870877" cy="1122526"/>
      </dsp:txXfrm>
    </dsp:sp>
    <dsp:sp modelId="{338FE685-CCC4-412A-BD80-A69F03E83B32}">
      <dsp:nvSpPr>
        <dsp:cNvPr id="0" name=""/>
        <dsp:cNvSpPr/>
      </dsp:nvSpPr>
      <dsp:spPr>
        <a:xfrm>
          <a:off x="1852198" y="2676299"/>
          <a:ext cx="2301179" cy="399701"/>
        </a:xfrm>
        <a:custGeom>
          <a:avLst/>
          <a:gdLst/>
          <a:ahLst/>
          <a:cxnLst/>
          <a:rect l="0" t="0" r="0" b="0"/>
          <a:pathLst>
            <a:path>
              <a:moveTo>
                <a:pt x="2301179" y="0"/>
              </a:moveTo>
              <a:lnTo>
                <a:pt x="2301179" y="216950"/>
              </a:lnTo>
              <a:lnTo>
                <a:pt x="0" y="216950"/>
              </a:lnTo>
              <a:lnTo>
                <a:pt x="0" y="399701"/>
              </a:lnTo>
            </a:path>
          </a:pathLst>
        </a:custGeom>
        <a:noFill/>
        <a:ln w="10000" cap="flat" cmpd="sng" algn="ctr">
          <a:solidFill>
            <a:schemeClr val="accent5">
              <a:hueOff val="8156256"/>
              <a:satOff val="-47614"/>
              <a:lumOff val="-382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44261" y="2873998"/>
        <a:ext cx="117053" cy="4303"/>
      </dsp:txXfrm>
    </dsp:sp>
    <dsp:sp modelId="{4C0F4322-EF04-4A99-B368-13B5383361FB}">
      <dsp:nvSpPr>
        <dsp:cNvPr id="0" name=""/>
        <dsp:cNvSpPr/>
      </dsp:nvSpPr>
      <dsp:spPr>
        <a:xfrm>
          <a:off x="3217938" y="1555572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6525005"/>
                <a:satOff val="-38091"/>
                <a:lumOff val="-3058"/>
                <a:alphaOff val="0"/>
              </a:schemeClr>
            </a:gs>
            <a:gs pos="90000">
              <a:schemeClr val="accent5">
                <a:hueOff val="6525005"/>
                <a:satOff val="-38091"/>
                <a:lumOff val="-3058"/>
                <a:alphaOff val="0"/>
                <a:shade val="100000"/>
                <a:satMod val="105000"/>
              </a:schemeClr>
            </a:gs>
            <a:gs pos="100000">
              <a:schemeClr val="accent5">
                <a:hueOff val="6525005"/>
                <a:satOff val="-38091"/>
                <a:lumOff val="-3058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6525005"/>
              <a:satOff val="-38091"/>
              <a:lumOff val="-3058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err="1" smtClean="0"/>
            <a:t>Reprodukcija</a:t>
          </a:r>
          <a:r>
            <a:rPr lang="en-US" sz="1500" b="1" kern="1200" dirty="0" smtClean="0"/>
            <a:t> = "</a:t>
          </a:r>
          <a:r>
            <a:rPr lang="en-US" sz="1500" b="1" kern="1200" dirty="0" err="1" smtClean="0"/>
            <a:t>Parenje</a:t>
          </a:r>
          <a:r>
            <a:rPr lang="en-US" sz="1500" b="1" kern="1200" dirty="0" smtClean="0"/>
            <a:t>" (</a:t>
          </a:r>
          <a:r>
            <a:rPr lang="en-US" sz="1500" b="1" kern="1200" dirty="0" err="1" smtClean="0"/>
            <a:t>kombinovanje</a:t>
          </a:r>
          <a:r>
            <a:rPr lang="en-US" sz="1500" b="1" kern="1200" dirty="0" smtClean="0"/>
            <a:t> DNK)</a:t>
          </a:r>
          <a:endParaRPr lang="en-US" sz="1500" b="1" kern="1200" dirty="0"/>
        </a:p>
      </dsp:txBody>
      <dsp:txXfrm>
        <a:off x="3217938" y="1555572"/>
        <a:ext cx="1870877" cy="1122526"/>
      </dsp:txXfrm>
    </dsp:sp>
    <dsp:sp modelId="{B69520A0-9928-4545-8DEB-49E2070AD0F1}">
      <dsp:nvSpPr>
        <dsp:cNvPr id="0" name=""/>
        <dsp:cNvSpPr/>
      </dsp:nvSpPr>
      <dsp:spPr>
        <a:xfrm>
          <a:off x="2785837" y="3623944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10875008"/>
              <a:satOff val="-63485"/>
              <a:lumOff val="-50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4930" y="3667512"/>
        <a:ext cx="21515" cy="4303"/>
      </dsp:txXfrm>
    </dsp:sp>
    <dsp:sp modelId="{03E1C560-2514-4C8E-86F6-328DDAA097D8}">
      <dsp:nvSpPr>
        <dsp:cNvPr id="0" name=""/>
        <dsp:cNvSpPr/>
      </dsp:nvSpPr>
      <dsp:spPr>
        <a:xfrm>
          <a:off x="916759" y="3108401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8700006"/>
                <a:satOff val="-50788"/>
                <a:lumOff val="-4078"/>
                <a:alphaOff val="0"/>
              </a:schemeClr>
            </a:gs>
            <a:gs pos="90000">
              <a:schemeClr val="accent5">
                <a:hueOff val="8700006"/>
                <a:satOff val="-50788"/>
                <a:lumOff val="-4078"/>
                <a:alphaOff val="0"/>
                <a:shade val="100000"/>
                <a:satMod val="105000"/>
              </a:schemeClr>
            </a:gs>
            <a:gs pos="100000">
              <a:schemeClr val="accent5">
                <a:hueOff val="8700006"/>
                <a:satOff val="-50788"/>
                <a:lumOff val="-4078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8700006"/>
              <a:satOff val="-50788"/>
              <a:lumOff val="-4078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err="1" smtClean="0"/>
            <a:t>Mutacija</a:t>
          </a:r>
          <a:r>
            <a:rPr lang="en-US" sz="1500" b="1" kern="1200" dirty="0" smtClean="0"/>
            <a:t> = "</a:t>
          </a:r>
          <a:r>
            <a:rPr lang="en-US" sz="1500" b="1" kern="1200" dirty="0" err="1" smtClean="0"/>
            <a:t>Slučajne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greške</a:t>
          </a:r>
          <a:r>
            <a:rPr lang="en-US" sz="1500" b="1" kern="1200" dirty="0" smtClean="0"/>
            <a:t> u DNK"</a:t>
          </a:r>
          <a:endParaRPr lang="en-US" sz="1500" b="1" kern="1200" dirty="0"/>
        </a:p>
      </dsp:txBody>
      <dsp:txXfrm>
        <a:off x="916759" y="3108401"/>
        <a:ext cx="1870877" cy="1122526"/>
      </dsp:txXfrm>
    </dsp:sp>
    <dsp:sp modelId="{E828426D-77E3-4216-96B6-EF848193BB71}">
      <dsp:nvSpPr>
        <dsp:cNvPr id="0" name=""/>
        <dsp:cNvSpPr/>
      </dsp:nvSpPr>
      <dsp:spPr>
        <a:xfrm>
          <a:off x="3217938" y="3108401"/>
          <a:ext cx="1870877" cy="1122526"/>
        </a:xfrm>
        <a:prstGeom prst="rect">
          <a:avLst/>
        </a:prstGeom>
        <a:gradFill rotWithShape="0">
          <a:gsLst>
            <a:gs pos="0">
              <a:schemeClr val="accent5">
                <a:hueOff val="10875008"/>
                <a:satOff val="-63485"/>
                <a:lumOff val="-5097"/>
                <a:alphaOff val="0"/>
              </a:schemeClr>
            </a:gs>
            <a:gs pos="90000">
              <a:schemeClr val="accent5">
                <a:hueOff val="10875008"/>
                <a:satOff val="-63485"/>
                <a:lumOff val="-5097"/>
                <a:alphaOff val="0"/>
                <a:shade val="100000"/>
                <a:satMod val="105000"/>
              </a:schemeClr>
            </a:gs>
            <a:gs pos="100000">
              <a:schemeClr val="accent5">
                <a:hueOff val="10875008"/>
                <a:satOff val="-63485"/>
                <a:lumOff val="-5097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10875008"/>
              <a:satOff val="-63485"/>
              <a:lumOff val="-5097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err="1" smtClean="0"/>
            <a:t>Rezultat</a:t>
          </a:r>
          <a:r>
            <a:rPr lang="en-US" sz="1500" b="1" kern="1200" dirty="0" smtClean="0"/>
            <a:t>: </a:t>
          </a:r>
          <a:r>
            <a:rPr lang="en-US" sz="1500" b="1" kern="1200" dirty="0" err="1" smtClean="0"/>
            <a:t>Vrste</a:t>
          </a:r>
          <a:r>
            <a:rPr lang="en-US" sz="1500" b="1" kern="1200" dirty="0" smtClean="0"/>
            <a:t> se </a:t>
          </a:r>
          <a:r>
            <a:rPr lang="en-US" sz="1500" b="1" kern="1200" dirty="0" err="1" smtClean="0"/>
            <a:t>adaptiraju</a:t>
          </a:r>
          <a:r>
            <a:rPr lang="en-US" sz="1500" b="1" kern="1200" dirty="0" smtClean="0"/>
            <a:t> </a:t>
          </a:r>
          <a:r>
            <a:rPr lang="en-US" sz="1500" b="1" kern="1200" dirty="0" err="1" smtClean="0"/>
            <a:t>okruženju</a:t>
          </a:r>
          <a:endParaRPr lang="en-US" sz="1500" b="1" kern="1200" dirty="0"/>
        </a:p>
      </dsp:txBody>
      <dsp:txXfrm>
        <a:off x="3217938" y="3108401"/>
        <a:ext cx="1870877" cy="11225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DEC9A-33D5-4E4A-AFB2-77D64BFBEAD0}">
      <dsp:nvSpPr>
        <dsp:cNvPr id="0" name=""/>
        <dsp:cNvSpPr/>
      </dsp:nvSpPr>
      <dsp:spPr>
        <a:xfrm>
          <a:off x="2663917" y="518288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853010" y="561857"/>
        <a:ext cx="21515" cy="4303"/>
      </dsp:txXfrm>
    </dsp:sp>
    <dsp:sp modelId="{F7CCDB1C-DA9C-4B30-AF56-9D515F7B6EB5}">
      <dsp:nvSpPr>
        <dsp:cNvPr id="0" name=""/>
        <dsp:cNvSpPr/>
      </dsp:nvSpPr>
      <dsp:spPr>
        <a:xfrm>
          <a:off x="794841" y="2745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</a:schemeClr>
            </a:gs>
            <a:gs pos="90000">
              <a:schemeClr val="accent5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0"/>
              <a:satOff val="0"/>
              <a:lumOff val="0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Populacija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rješenja</a:t>
          </a:r>
          <a:endParaRPr lang="en-US" sz="1600" b="1" kern="1200" dirty="0"/>
        </a:p>
      </dsp:txBody>
      <dsp:txXfrm>
        <a:off x="794841" y="2745"/>
        <a:ext cx="1870876" cy="1122525"/>
      </dsp:txXfrm>
    </dsp:sp>
    <dsp:sp modelId="{7C590F16-17F0-40F5-9DA1-F4E29D7CD012}">
      <dsp:nvSpPr>
        <dsp:cNvPr id="0" name=""/>
        <dsp:cNvSpPr/>
      </dsp:nvSpPr>
      <dsp:spPr>
        <a:xfrm>
          <a:off x="1730279" y="1123471"/>
          <a:ext cx="2301177" cy="399701"/>
        </a:xfrm>
        <a:custGeom>
          <a:avLst/>
          <a:gdLst/>
          <a:ahLst/>
          <a:cxnLst/>
          <a:rect l="0" t="0" r="0" b="0"/>
          <a:pathLst>
            <a:path>
              <a:moveTo>
                <a:pt x="2301177" y="0"/>
              </a:moveTo>
              <a:lnTo>
                <a:pt x="2301177" y="216950"/>
              </a:lnTo>
              <a:lnTo>
                <a:pt x="0" y="216950"/>
              </a:lnTo>
              <a:lnTo>
                <a:pt x="0" y="399701"/>
              </a:lnTo>
            </a:path>
          </a:pathLst>
        </a:custGeom>
        <a:noFill/>
        <a:ln w="10000" cap="flat" cmpd="sng" algn="ctr">
          <a:solidFill>
            <a:schemeClr val="accent5">
              <a:hueOff val="2718752"/>
              <a:satOff val="-15871"/>
              <a:lumOff val="-1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822341" y="1321170"/>
        <a:ext cx="117053" cy="4303"/>
      </dsp:txXfrm>
    </dsp:sp>
    <dsp:sp modelId="{42502D80-FAAB-4486-8C8C-68713C1D19C7}">
      <dsp:nvSpPr>
        <dsp:cNvPr id="0" name=""/>
        <dsp:cNvSpPr/>
      </dsp:nvSpPr>
      <dsp:spPr>
        <a:xfrm>
          <a:off x="3096018" y="2745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2175002"/>
                <a:satOff val="-12697"/>
                <a:lumOff val="-1019"/>
                <a:alphaOff val="0"/>
              </a:schemeClr>
            </a:gs>
            <a:gs pos="90000">
              <a:schemeClr val="accent5">
                <a:hueOff val="2175002"/>
                <a:satOff val="-12697"/>
                <a:lumOff val="-1019"/>
                <a:alphaOff val="0"/>
                <a:shade val="100000"/>
                <a:satMod val="105000"/>
              </a:schemeClr>
            </a:gs>
            <a:gs pos="100000">
              <a:schemeClr val="accent5">
                <a:hueOff val="2175002"/>
                <a:satOff val="-12697"/>
                <a:lumOff val="-1019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2175002"/>
              <a:satOff val="-12697"/>
              <a:lumOff val="-1019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Fitness = "</a:t>
          </a:r>
          <a:r>
            <a:rPr lang="en-US" sz="1600" b="1" kern="1200" dirty="0" err="1" smtClean="0"/>
            <a:t>Kvalitet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rješenja</a:t>
          </a:r>
          <a:r>
            <a:rPr lang="en-US" sz="1600" b="1" kern="1200" dirty="0" smtClean="0"/>
            <a:t>"</a:t>
          </a:r>
          <a:endParaRPr lang="en-US" sz="1600" b="1" kern="1200" dirty="0"/>
        </a:p>
      </dsp:txBody>
      <dsp:txXfrm>
        <a:off x="3096018" y="2745"/>
        <a:ext cx="1870876" cy="1122525"/>
      </dsp:txXfrm>
    </dsp:sp>
    <dsp:sp modelId="{17DE0774-02A8-45EF-8091-336174BEC511}">
      <dsp:nvSpPr>
        <dsp:cNvPr id="0" name=""/>
        <dsp:cNvSpPr/>
      </dsp:nvSpPr>
      <dsp:spPr>
        <a:xfrm>
          <a:off x="2663917" y="2071116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5437504"/>
              <a:satOff val="-31742"/>
              <a:lumOff val="-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853010" y="2114684"/>
        <a:ext cx="21515" cy="4303"/>
      </dsp:txXfrm>
    </dsp:sp>
    <dsp:sp modelId="{75E84EBD-B430-4978-87EC-43199C6D16C5}">
      <dsp:nvSpPr>
        <dsp:cNvPr id="0" name=""/>
        <dsp:cNvSpPr/>
      </dsp:nvSpPr>
      <dsp:spPr>
        <a:xfrm>
          <a:off x="794841" y="1555573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4350003"/>
                <a:satOff val="-25394"/>
                <a:lumOff val="-2039"/>
                <a:alphaOff val="0"/>
              </a:schemeClr>
            </a:gs>
            <a:gs pos="90000">
              <a:schemeClr val="accent5">
                <a:hueOff val="4350003"/>
                <a:satOff val="-25394"/>
                <a:lumOff val="-2039"/>
                <a:alphaOff val="0"/>
                <a:shade val="100000"/>
                <a:satMod val="105000"/>
              </a:schemeClr>
            </a:gs>
            <a:gs pos="100000">
              <a:schemeClr val="accent5">
                <a:hueOff val="4350003"/>
                <a:satOff val="-25394"/>
                <a:lumOff val="-2039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4350003"/>
              <a:satOff val="-25394"/>
              <a:lumOff val="-2039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Selekcija</a:t>
          </a:r>
          <a:r>
            <a:rPr lang="en-US" sz="1600" b="1" kern="1200" dirty="0" smtClean="0"/>
            <a:t> = "</a:t>
          </a:r>
          <a:r>
            <a:rPr lang="en-US" sz="1600" b="1" kern="1200" dirty="0" err="1" smtClean="0"/>
            <a:t>Turnirska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selekcija</a:t>
          </a:r>
          <a:r>
            <a:rPr lang="en-US" sz="1600" b="1" kern="1200" dirty="0" smtClean="0"/>
            <a:t>" (</a:t>
          </a:r>
          <a:r>
            <a:rPr lang="en-US" sz="1600" b="1" kern="1200" dirty="0" err="1" smtClean="0"/>
            <a:t>biramo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najbolje</a:t>
          </a:r>
          <a:r>
            <a:rPr lang="en-US" sz="1600" b="1" kern="1200" dirty="0" smtClean="0"/>
            <a:t>)</a:t>
          </a:r>
          <a:endParaRPr lang="en-US" sz="1600" b="1" kern="1200" dirty="0"/>
        </a:p>
      </dsp:txBody>
      <dsp:txXfrm>
        <a:off x="794841" y="1555573"/>
        <a:ext cx="1870876" cy="1122525"/>
      </dsp:txXfrm>
    </dsp:sp>
    <dsp:sp modelId="{D449E6BA-9AD8-4C75-B960-4F2AB6C63623}">
      <dsp:nvSpPr>
        <dsp:cNvPr id="0" name=""/>
        <dsp:cNvSpPr/>
      </dsp:nvSpPr>
      <dsp:spPr>
        <a:xfrm>
          <a:off x="1730279" y="2676298"/>
          <a:ext cx="2301177" cy="399701"/>
        </a:xfrm>
        <a:custGeom>
          <a:avLst/>
          <a:gdLst/>
          <a:ahLst/>
          <a:cxnLst/>
          <a:rect l="0" t="0" r="0" b="0"/>
          <a:pathLst>
            <a:path>
              <a:moveTo>
                <a:pt x="2301177" y="0"/>
              </a:moveTo>
              <a:lnTo>
                <a:pt x="2301177" y="216950"/>
              </a:lnTo>
              <a:lnTo>
                <a:pt x="0" y="216950"/>
              </a:lnTo>
              <a:lnTo>
                <a:pt x="0" y="399701"/>
              </a:lnTo>
            </a:path>
          </a:pathLst>
        </a:custGeom>
        <a:noFill/>
        <a:ln w="10000" cap="flat" cmpd="sng" algn="ctr">
          <a:solidFill>
            <a:schemeClr val="accent5">
              <a:hueOff val="8156256"/>
              <a:satOff val="-47614"/>
              <a:lumOff val="-382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822341" y="2873998"/>
        <a:ext cx="117053" cy="4303"/>
      </dsp:txXfrm>
    </dsp:sp>
    <dsp:sp modelId="{315BBA4E-B4EC-4A2F-B1F7-AEA5C62412E3}">
      <dsp:nvSpPr>
        <dsp:cNvPr id="0" name=""/>
        <dsp:cNvSpPr/>
      </dsp:nvSpPr>
      <dsp:spPr>
        <a:xfrm>
          <a:off x="3096018" y="1555573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6525005"/>
                <a:satOff val="-38091"/>
                <a:lumOff val="-3058"/>
                <a:alphaOff val="0"/>
              </a:schemeClr>
            </a:gs>
            <a:gs pos="90000">
              <a:schemeClr val="accent5">
                <a:hueOff val="6525005"/>
                <a:satOff val="-38091"/>
                <a:lumOff val="-3058"/>
                <a:alphaOff val="0"/>
                <a:shade val="100000"/>
                <a:satMod val="105000"/>
              </a:schemeClr>
            </a:gs>
            <a:gs pos="100000">
              <a:schemeClr val="accent5">
                <a:hueOff val="6525005"/>
                <a:satOff val="-38091"/>
                <a:lumOff val="-3058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6525005"/>
              <a:satOff val="-38091"/>
              <a:lumOff val="-3058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Reprodukcija</a:t>
          </a:r>
          <a:r>
            <a:rPr lang="en-US" sz="1600" b="1" kern="1200" dirty="0" smtClean="0"/>
            <a:t> = "Crossover" (</a:t>
          </a:r>
          <a:r>
            <a:rPr lang="en-US" sz="1600" b="1" kern="1200" dirty="0" err="1" smtClean="0"/>
            <a:t>spajamo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dob</a:t>
          </a:r>
          <a:r>
            <a:rPr lang="sr-Latn-ME" sz="1600" b="1" kern="1200" dirty="0" smtClean="0"/>
            <a:t>r</a:t>
          </a:r>
          <a:r>
            <a:rPr lang="en-US" sz="1600" b="1" kern="1200" dirty="0" smtClean="0"/>
            <a:t>e </a:t>
          </a:r>
          <a:r>
            <a:rPr lang="sr-Latn-ME" sz="1600" b="1" kern="1200" dirty="0" smtClean="0"/>
            <a:t>roditelje</a:t>
          </a:r>
          <a:r>
            <a:rPr lang="en-US" sz="1600" b="1" kern="1200" dirty="0" smtClean="0"/>
            <a:t>)</a:t>
          </a:r>
          <a:endParaRPr lang="en-US" sz="1600" b="1" kern="1200" dirty="0"/>
        </a:p>
      </dsp:txBody>
      <dsp:txXfrm>
        <a:off x="3096018" y="1555573"/>
        <a:ext cx="1870876" cy="1122525"/>
      </dsp:txXfrm>
    </dsp:sp>
    <dsp:sp modelId="{867815E2-7ADC-46A2-9C4F-4ED44FEA7E75}">
      <dsp:nvSpPr>
        <dsp:cNvPr id="0" name=""/>
        <dsp:cNvSpPr/>
      </dsp:nvSpPr>
      <dsp:spPr>
        <a:xfrm>
          <a:off x="2663917" y="3623943"/>
          <a:ext cx="399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701" y="45720"/>
              </a:lnTo>
            </a:path>
          </a:pathLst>
        </a:custGeom>
        <a:noFill/>
        <a:ln w="10000" cap="flat" cmpd="sng" algn="ctr">
          <a:solidFill>
            <a:schemeClr val="accent5">
              <a:hueOff val="10875008"/>
              <a:satOff val="-63485"/>
              <a:lumOff val="-50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853010" y="3667511"/>
        <a:ext cx="21515" cy="4303"/>
      </dsp:txXfrm>
    </dsp:sp>
    <dsp:sp modelId="{B189A59E-BBB3-4056-BC6B-F20E90A2B225}">
      <dsp:nvSpPr>
        <dsp:cNvPr id="0" name=""/>
        <dsp:cNvSpPr/>
      </dsp:nvSpPr>
      <dsp:spPr>
        <a:xfrm>
          <a:off x="794841" y="3108400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8700006"/>
                <a:satOff val="-50788"/>
                <a:lumOff val="-4078"/>
                <a:alphaOff val="0"/>
              </a:schemeClr>
            </a:gs>
            <a:gs pos="90000">
              <a:schemeClr val="accent5">
                <a:hueOff val="8700006"/>
                <a:satOff val="-50788"/>
                <a:lumOff val="-4078"/>
                <a:alphaOff val="0"/>
                <a:shade val="100000"/>
                <a:satMod val="105000"/>
              </a:schemeClr>
            </a:gs>
            <a:gs pos="100000">
              <a:schemeClr val="accent5">
                <a:hueOff val="8700006"/>
                <a:satOff val="-50788"/>
                <a:lumOff val="-4078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8700006"/>
              <a:satOff val="-50788"/>
              <a:lumOff val="-4078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Mutacija</a:t>
          </a:r>
          <a:r>
            <a:rPr lang="en-US" sz="1600" b="1" kern="1200" dirty="0" smtClean="0"/>
            <a:t> = "</a:t>
          </a:r>
          <a:r>
            <a:rPr lang="en-US" sz="1600" b="1" kern="1200" dirty="0" err="1" smtClean="0"/>
            <a:t>Nasumične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promjene</a:t>
          </a:r>
          <a:r>
            <a:rPr lang="en-US" sz="1600" b="1" kern="1200" dirty="0" smtClean="0"/>
            <a:t>"</a:t>
          </a:r>
          <a:endParaRPr lang="en-US" sz="1600" b="1" kern="1200" dirty="0"/>
        </a:p>
      </dsp:txBody>
      <dsp:txXfrm>
        <a:off x="794841" y="3108400"/>
        <a:ext cx="1870876" cy="1122525"/>
      </dsp:txXfrm>
    </dsp:sp>
    <dsp:sp modelId="{ACF551B6-C7F0-4265-A977-52899932E3B9}">
      <dsp:nvSpPr>
        <dsp:cNvPr id="0" name=""/>
        <dsp:cNvSpPr/>
      </dsp:nvSpPr>
      <dsp:spPr>
        <a:xfrm>
          <a:off x="3096018" y="3108400"/>
          <a:ext cx="1870876" cy="1122525"/>
        </a:xfrm>
        <a:prstGeom prst="rect">
          <a:avLst/>
        </a:prstGeom>
        <a:gradFill rotWithShape="0">
          <a:gsLst>
            <a:gs pos="0">
              <a:schemeClr val="accent5">
                <a:hueOff val="10875008"/>
                <a:satOff val="-63485"/>
                <a:lumOff val="-5097"/>
                <a:alphaOff val="0"/>
              </a:schemeClr>
            </a:gs>
            <a:gs pos="90000">
              <a:schemeClr val="accent5">
                <a:hueOff val="10875008"/>
                <a:satOff val="-63485"/>
                <a:lumOff val="-5097"/>
                <a:alphaOff val="0"/>
                <a:shade val="100000"/>
                <a:satMod val="105000"/>
              </a:schemeClr>
            </a:gs>
            <a:gs pos="100000">
              <a:schemeClr val="accent5">
                <a:hueOff val="10875008"/>
                <a:satOff val="-63485"/>
                <a:lumOff val="-5097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5">
              <a:hueOff val="10875008"/>
              <a:satOff val="-63485"/>
              <a:lumOff val="-5097"/>
              <a:alphaOff val="0"/>
              <a:shade val="27000"/>
              <a:satMod val="12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Rezultat</a:t>
          </a:r>
          <a:r>
            <a:rPr lang="en-US" sz="1600" b="1" kern="1200" dirty="0" smtClean="0"/>
            <a:t>: </a:t>
          </a:r>
          <a:r>
            <a:rPr lang="en-US" sz="1600" b="1" kern="1200" dirty="0" err="1" smtClean="0"/>
            <a:t>Rješenja</a:t>
          </a:r>
          <a:r>
            <a:rPr lang="en-US" sz="1600" b="1" kern="1200" dirty="0" smtClean="0"/>
            <a:t> se </a:t>
          </a:r>
          <a:r>
            <a:rPr lang="en-US" sz="1600" b="1" kern="1200" dirty="0" err="1" smtClean="0"/>
            <a:t>poboljšavaju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kroz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generacije</a:t>
          </a:r>
          <a:endParaRPr lang="en-US" sz="1600" b="1" kern="1200" dirty="0"/>
        </a:p>
      </dsp:txBody>
      <dsp:txXfrm>
        <a:off x="3096018" y="3108400"/>
        <a:ext cx="1870876" cy="11225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1BF8D-76CD-4A72-9337-89703298C73E}">
      <dsp:nvSpPr>
        <dsp:cNvPr id="0" name=""/>
        <dsp:cNvSpPr/>
      </dsp:nvSpPr>
      <dsp:spPr>
        <a:xfrm>
          <a:off x="9372" y="300679"/>
          <a:ext cx="2243968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/>
            <a:t>ULAZ</a:t>
          </a:r>
          <a:endParaRPr lang="en-US" sz="2100" kern="1200" dirty="0"/>
        </a:p>
      </dsp:txBody>
      <dsp:txXfrm>
        <a:off x="9372" y="300679"/>
        <a:ext cx="2243968" cy="604800"/>
      </dsp:txXfrm>
    </dsp:sp>
    <dsp:sp modelId="{D4E74BD2-3FC6-428B-BC90-12EB378C7967}">
      <dsp:nvSpPr>
        <dsp:cNvPr id="0" name=""/>
        <dsp:cNvSpPr/>
      </dsp:nvSpPr>
      <dsp:spPr>
        <a:xfrm>
          <a:off x="487268" y="919013"/>
          <a:ext cx="2243968" cy="3860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25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gradova</a:t>
          </a: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Crne</a:t>
          </a: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Gore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sa</a:t>
          </a: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GPS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koordinatama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623,593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stanovnika</a:t>
          </a: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, 93,526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procijenjenih</a:t>
          </a:r>
          <a:r>
            <a:rPr lang="en-US" sz="2100" b="0" i="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EV </a:t>
          </a:r>
          <a:r>
            <a:rPr lang="en-US" sz="2100" b="0" i="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vozila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52992" y="984737"/>
        <a:ext cx="2112520" cy="3729216"/>
      </dsp:txXfrm>
    </dsp:sp>
    <dsp:sp modelId="{4E6386BC-811B-465E-ADF2-61BAD802C992}">
      <dsp:nvSpPr>
        <dsp:cNvPr id="0" name=""/>
        <dsp:cNvSpPr/>
      </dsp:nvSpPr>
      <dsp:spPr>
        <a:xfrm rot="16719">
          <a:off x="2593514" y="332602"/>
          <a:ext cx="721184" cy="5586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593515" y="443931"/>
        <a:ext cx="553579" cy="335209"/>
      </dsp:txXfrm>
    </dsp:sp>
    <dsp:sp modelId="{C9CD5E52-8451-4C78-AED1-F2984DAF3B7C}">
      <dsp:nvSpPr>
        <dsp:cNvPr id="0" name=""/>
        <dsp:cNvSpPr/>
      </dsp:nvSpPr>
      <dsp:spPr>
        <a:xfrm>
          <a:off x="3614051" y="320203"/>
          <a:ext cx="3063600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/>
            <a:t>OBRADA</a:t>
          </a:r>
          <a:endParaRPr lang="en-US" sz="2100" kern="1200" dirty="0"/>
        </a:p>
      </dsp:txBody>
      <dsp:txXfrm>
        <a:off x="3614051" y="320203"/>
        <a:ext cx="3063600" cy="604800"/>
      </dsp:txXfrm>
    </dsp:sp>
    <dsp:sp modelId="{C8CD71EE-712B-4329-9BD1-AC2E9EF67DBA}">
      <dsp:nvSpPr>
        <dsp:cNvPr id="0" name=""/>
        <dsp:cNvSpPr/>
      </dsp:nvSpPr>
      <dsp:spPr>
        <a:xfrm>
          <a:off x="4229099" y="904418"/>
          <a:ext cx="3063600" cy="3782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10800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Kreira</a:t>
          </a:r>
          <a:r>
            <a:rPr lang="sr-Latn-ME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nje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100 random </a:t>
          </a: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rasporeda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punjača</a:t>
          </a:r>
          <a:endParaRPr lang="en-US" sz="17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Za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svaki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raspored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US" sz="17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izračunaj</a:t>
          </a:r>
          <a:r>
            <a:rPr lang="en-US" sz="17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fitness:</a:t>
          </a:r>
          <a:endParaRPr lang="en-US" sz="17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    - 35% </a:t>
          </a:r>
          <a:r>
            <a:rPr lang="en-US" sz="14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pokrivenost</a:t>
          </a: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4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populacije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    - 25% razmak između punjača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    - 15% ravnomerna distribucija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    - 15% saobraćaj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    - 10% ograničenja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Selekcija</a:t>
          </a:r>
          <a:r>
            <a:rPr lang="en-US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: </a:t>
          </a: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Odaberi</a:t>
          </a:r>
          <a:r>
            <a:rPr lang="en-US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5 </a:t>
          </a: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najboljih</a:t>
          </a:r>
          <a:r>
            <a:rPr lang="en-US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+ 95 </a:t>
          </a: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novih</a:t>
          </a:r>
          <a:r>
            <a:rPr lang="en-US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od crossover-a </a:t>
          </a: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i</a:t>
          </a:r>
          <a:r>
            <a:rPr lang="en-US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mutacije</a:t>
          </a:r>
          <a:endParaRPr lang="en-US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Latn-ME" sz="16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50 ponavljanja</a:t>
          </a:r>
          <a:endParaRPr lang="en-US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318829" y="994148"/>
        <a:ext cx="2884140" cy="3603108"/>
      </dsp:txXfrm>
    </dsp:sp>
    <dsp:sp modelId="{35BB84F0-19D5-40E2-80F1-CEF3FA0067FD}">
      <dsp:nvSpPr>
        <dsp:cNvPr id="0" name=""/>
        <dsp:cNvSpPr/>
      </dsp:nvSpPr>
      <dsp:spPr>
        <a:xfrm rot="21580819">
          <a:off x="7017824" y="330805"/>
          <a:ext cx="721187" cy="5586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7017825" y="443010"/>
        <a:ext cx="553582" cy="335209"/>
      </dsp:txXfrm>
    </dsp:sp>
    <dsp:sp modelId="{0237E3FA-AD40-4F75-8A41-D5A0E9673017}">
      <dsp:nvSpPr>
        <dsp:cNvPr id="0" name=""/>
        <dsp:cNvSpPr/>
      </dsp:nvSpPr>
      <dsp:spPr>
        <a:xfrm>
          <a:off x="8038362" y="297804"/>
          <a:ext cx="2243968" cy="90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/>
            <a:t>IZLAZ</a:t>
          </a:r>
          <a:endParaRPr lang="en-US" sz="2100" kern="1200" dirty="0"/>
        </a:p>
      </dsp:txBody>
      <dsp:txXfrm>
        <a:off x="8038362" y="297804"/>
        <a:ext cx="2243968" cy="604800"/>
      </dsp:txXfrm>
    </dsp:sp>
    <dsp:sp modelId="{33BD241B-8B3B-4AEA-80FC-B0B7B762634D}">
      <dsp:nvSpPr>
        <dsp:cNvPr id="0" name=""/>
        <dsp:cNvSpPr/>
      </dsp:nvSpPr>
      <dsp:spPr>
        <a:xfrm>
          <a:off x="8488837" y="818917"/>
          <a:ext cx="2243968" cy="38721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l-PL" sz="2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41 punjač na optimalnim lokacijama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Fitness: 554.08 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Mapa</a:t>
          </a:r>
          <a:r>
            <a:rPr lang="en-US" sz="2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21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sa</a:t>
          </a:r>
          <a:r>
            <a:rPr lang="en-US" sz="2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21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visualizacijom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Tekstualni</a:t>
          </a:r>
          <a:r>
            <a:rPr lang="en-US" sz="2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2100" kern="1200" dirty="0" err="1" smtClean="0">
              <a:latin typeface="Calibri" panose="020F0502020204030204" pitchFamily="34" charset="0"/>
              <a:cs typeface="Calibri" panose="020F0502020204030204" pitchFamily="34" charset="0"/>
            </a:rPr>
            <a:t>izvještaj</a:t>
          </a:r>
          <a:endParaRPr lang="en-US" sz="2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554561" y="884641"/>
        <a:ext cx="2112520" cy="374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90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0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97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6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8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2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0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6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BE305B-6FAF-4279-B86B-4E23C70EACB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68785AC-EF92-4470-AFDC-D48438C6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0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Genetski</a:t>
            </a:r>
            <a:r>
              <a:rPr lang="en-US" dirty="0" smtClean="0"/>
              <a:t> </a:t>
            </a:r>
            <a:r>
              <a:rPr lang="en-US" dirty="0" err="1" smtClean="0"/>
              <a:t>Algoritam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Obja</a:t>
            </a:r>
            <a:r>
              <a:rPr lang="sr-Latn-ME" dirty="0" smtClean="0"/>
              <a:t>šnjenje i upotreba na konkretnom primjeru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0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Šta je i kako radi GA?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je 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optimizacije</a:t>
            </a:r>
            <a:r>
              <a:rPr lang="en-US" dirty="0"/>
              <a:t> </a:t>
            </a:r>
            <a:r>
              <a:rPr lang="en-US" dirty="0" err="1"/>
              <a:t>inspirisana</a:t>
            </a:r>
            <a:r>
              <a:rPr lang="en-US" dirty="0"/>
              <a:t> </a:t>
            </a:r>
            <a:r>
              <a:rPr lang="en-US" dirty="0" err="1"/>
              <a:t>prirodnom</a:t>
            </a:r>
            <a:r>
              <a:rPr lang="en-US" dirty="0"/>
              <a:t> </a:t>
            </a:r>
            <a:r>
              <a:rPr lang="en-US" dirty="0" err="1"/>
              <a:t>evolucijom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Umjesto</a:t>
            </a:r>
            <a:r>
              <a:rPr lang="en-US" dirty="0"/>
              <a:t> da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 smtClean="0"/>
              <a:t>testiram</a:t>
            </a:r>
            <a:r>
              <a:rPr lang="sr-Latn-ME" dirty="0" smtClean="0"/>
              <a:t>o</a:t>
            </a:r>
            <a:r>
              <a:rPr lang="en-US" dirty="0" smtClean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kombinacije</a:t>
            </a:r>
            <a:r>
              <a:rPr lang="en-US" dirty="0"/>
              <a:t> (</a:t>
            </a:r>
            <a:r>
              <a:rPr lang="en-US" dirty="0" err="1"/>
              <a:t>što</a:t>
            </a:r>
            <a:r>
              <a:rPr lang="en-US" dirty="0"/>
              <a:t> bi </a:t>
            </a:r>
            <a:r>
              <a:rPr lang="en-US" dirty="0" err="1"/>
              <a:t>trajalo</a:t>
            </a:r>
            <a:r>
              <a:rPr lang="en-US" dirty="0"/>
              <a:t> </a:t>
            </a:r>
            <a:r>
              <a:rPr lang="en-US" dirty="0" err="1"/>
              <a:t>vječnost</a:t>
            </a:r>
            <a:r>
              <a:rPr lang="en-US" dirty="0"/>
              <a:t>), </a:t>
            </a:r>
            <a:r>
              <a:rPr lang="en-US" dirty="0" err="1"/>
              <a:t>algoritam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Počinje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populacijom</a:t>
            </a:r>
            <a:r>
              <a:rPr lang="en-US" dirty="0"/>
              <a:t> </a:t>
            </a:r>
            <a:r>
              <a:rPr lang="en-US" dirty="0" err="1"/>
              <a:t>nasumičnih</a:t>
            </a:r>
            <a:r>
              <a:rPr lang="en-US" dirty="0"/>
              <a:t> </a:t>
            </a:r>
            <a:r>
              <a:rPr lang="en-US" dirty="0" err="1"/>
              <a:t>rješenja</a:t>
            </a:r>
            <a:endParaRPr lang="en-US" dirty="0"/>
          </a:p>
          <a:p>
            <a:pPr lvl="1"/>
            <a:r>
              <a:rPr lang="en-US" dirty="0" err="1"/>
              <a:t>Evaluira</a:t>
            </a:r>
            <a:r>
              <a:rPr lang="en-US" dirty="0"/>
              <a:t> 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dobra,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loša</a:t>
            </a:r>
            <a:endParaRPr lang="en-US" dirty="0"/>
          </a:p>
          <a:p>
            <a:pPr lvl="1"/>
            <a:r>
              <a:rPr lang="en-US" dirty="0" err="1"/>
              <a:t>Reprodukuje</a:t>
            </a:r>
            <a:r>
              <a:rPr lang="en-US" dirty="0"/>
              <a:t> dobra </a:t>
            </a:r>
            <a:r>
              <a:rPr lang="en-US" dirty="0" err="1"/>
              <a:t>rješenja</a:t>
            </a:r>
            <a:r>
              <a:rPr lang="en-US" dirty="0"/>
              <a:t> (</a:t>
            </a:r>
            <a:r>
              <a:rPr lang="en-US" dirty="0" err="1"/>
              <a:t>napravi</a:t>
            </a:r>
            <a:r>
              <a:rPr lang="en-US" dirty="0"/>
              <a:t> "</a:t>
            </a:r>
            <a:r>
              <a:rPr lang="en-US" dirty="0" err="1"/>
              <a:t>bebe</a:t>
            </a:r>
            <a:r>
              <a:rPr lang="en-US" dirty="0"/>
              <a:t>" od </a:t>
            </a:r>
            <a:r>
              <a:rPr lang="en-US" dirty="0" err="1"/>
              <a:t>dobrih</a:t>
            </a:r>
            <a:r>
              <a:rPr lang="en-US" dirty="0"/>
              <a:t> </a:t>
            </a:r>
            <a:r>
              <a:rPr lang="en-US" dirty="0" err="1"/>
              <a:t>roditelja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Mutira</a:t>
            </a:r>
            <a:r>
              <a:rPr lang="en-US" dirty="0"/>
              <a:t> </a:t>
            </a:r>
            <a:r>
              <a:rPr lang="en-US" dirty="0" err="1"/>
              <a:t>rješenja</a:t>
            </a:r>
            <a:r>
              <a:rPr lang="en-US" dirty="0"/>
              <a:t> (</a:t>
            </a:r>
            <a:r>
              <a:rPr lang="en-US" dirty="0" err="1"/>
              <a:t>slučajno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promijeni</a:t>
            </a:r>
            <a:r>
              <a:rPr lang="en-US" dirty="0"/>
              <a:t>)</a:t>
            </a:r>
          </a:p>
          <a:p>
            <a:pPr lvl="1"/>
            <a:r>
              <a:rPr lang="en-US" dirty="0" err="1" smtClean="0"/>
              <a:t>Ponavlja</a:t>
            </a:r>
            <a:r>
              <a:rPr lang="sr-Latn-ME" dirty="0" smtClean="0"/>
              <a:t> proces</a:t>
            </a:r>
            <a:r>
              <a:rPr lang="en-US" dirty="0" smtClean="0"/>
              <a:t> </a:t>
            </a:r>
            <a:r>
              <a:rPr lang="en-US" dirty="0" err="1"/>
              <a:t>dok</a:t>
            </a:r>
            <a:r>
              <a:rPr lang="en-US" dirty="0"/>
              <a:t> se ne </a:t>
            </a:r>
            <a:r>
              <a:rPr lang="en-US" dirty="0" err="1"/>
              <a:t>pronađe</a:t>
            </a:r>
            <a:r>
              <a:rPr lang="en-US" dirty="0"/>
              <a:t> </a:t>
            </a:r>
            <a:r>
              <a:rPr lang="en-US" dirty="0" err="1" smtClean="0"/>
              <a:t>optimalno</a:t>
            </a:r>
            <a:r>
              <a:rPr lang="sr-Latn-ME" dirty="0" smtClean="0"/>
              <a:t> rješenje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3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344" y="37481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sr-Latn-ME" sz="3200" i="1" dirty="0" smtClean="0"/>
              <a:t>Analogija sa biološkom evolucijom</a:t>
            </a:r>
            <a:br>
              <a:rPr lang="sr-Latn-ME" sz="3200" i="1" dirty="0" smtClean="0"/>
            </a:br>
            <a:r>
              <a:rPr lang="sr-Latn-ME" sz="3200" dirty="0" smtClean="0"/>
              <a:t/>
            </a:r>
            <a:br>
              <a:rPr lang="sr-Latn-ME" sz="3200" dirty="0" smtClean="0"/>
            </a:br>
            <a:r>
              <a:rPr lang="sr-Latn-ME" sz="3200" b="1" dirty="0" smtClean="0"/>
              <a:t>Prirodna evolucija                                   Genetski algoritam</a:t>
            </a:r>
            <a:endParaRPr lang="en-US" sz="3200" b="1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39928780"/>
              </p:ext>
            </p:extLst>
          </p:nvPr>
        </p:nvGraphicFramePr>
        <p:xfrm>
          <a:off x="0" y="2002536"/>
          <a:ext cx="6005576" cy="4233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79341173"/>
              </p:ext>
            </p:extLst>
          </p:nvPr>
        </p:nvGraphicFramePr>
        <p:xfrm>
          <a:off x="6216904" y="2002536"/>
          <a:ext cx="5761736" cy="4233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6523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Genetski algoritam EVCS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28673820"/>
              </p:ext>
            </p:extLst>
          </p:nvPr>
        </p:nvGraphicFramePr>
        <p:xfrm>
          <a:off x="770128" y="1350602"/>
          <a:ext cx="1075131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111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Osnovne postavke algoritma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504" y="2807208"/>
            <a:ext cx="10218511" cy="232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1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Predstavljanje gradova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801368"/>
            <a:ext cx="9889264" cy="444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8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Glavna klasa optimizacije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67712"/>
            <a:ext cx="9875520" cy="37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7848"/>
            <a:ext cx="9875520" cy="1356360"/>
          </a:xfrm>
        </p:spPr>
        <p:txBody>
          <a:bodyPr/>
          <a:lstStyle/>
          <a:p>
            <a:r>
              <a:rPr lang="sr-Latn-ME" dirty="0" smtClean="0"/>
              <a:t>Učitavanje gradova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296" y="1664208"/>
            <a:ext cx="9793224" cy="46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4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Kreiranje kandidatskoh lokacija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1865376"/>
            <a:ext cx="9872871" cy="4038600"/>
          </a:xfrm>
        </p:spPr>
        <p:txBody>
          <a:bodyPr/>
          <a:lstStyle/>
          <a:p>
            <a:r>
              <a:rPr lang="sr-Latn-ME" dirty="0" smtClean="0"/>
              <a:t>Između svakog grada uzimaju se dvije interpolirane lokacije na 1/3 i 2/3 distance + nasumična vrijednost (-0.1,+0.1) stepeni na koordinate radi varijacije</a:t>
            </a:r>
          </a:p>
          <a:p>
            <a:endParaRPr lang="sr-Latn-ME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04" y="2646222"/>
            <a:ext cx="9143911" cy="336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4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351" y="272983"/>
            <a:ext cx="9875520" cy="1356360"/>
          </a:xfrm>
        </p:spPr>
        <p:txBody>
          <a:bodyPr/>
          <a:lstStyle/>
          <a:p>
            <a:r>
              <a:rPr lang="sr-Latn-ME" dirty="0" smtClean="0"/>
              <a:t>Računanje distanci između gradova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14" y="1481328"/>
            <a:ext cx="9872871" cy="4038600"/>
          </a:xfrm>
        </p:spPr>
        <p:txBody>
          <a:bodyPr/>
          <a:lstStyle/>
          <a:p>
            <a:r>
              <a:rPr lang="sr-Latn-ME" dirty="0" smtClean="0"/>
              <a:t>Koristi se Haversine formula za računanje distanci na sferi (Zemlji)</a:t>
            </a:r>
          </a:p>
          <a:p>
            <a:r>
              <a:rPr lang="sr-Latn-ME" dirty="0" smtClean="0"/>
              <a:t>Množi se sa 1.15 radi reljefa Crne Gore (procjena je da planine povećavaju u prosjeku 15% </a:t>
            </a:r>
            <a:r>
              <a:rPr lang="sr-Latn-ME" dirty="0" smtClean="0"/>
              <a:t>distancu)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2633868"/>
            <a:ext cx="7349128" cy="34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Računanje fitnessa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Izračunava</a:t>
            </a:r>
            <a:r>
              <a:rPr lang="en-US" dirty="0"/>
              <a:t> fitness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raspored</a:t>
            </a:r>
            <a:r>
              <a:rPr lang="en-US" dirty="0"/>
              <a:t> </a:t>
            </a:r>
            <a:r>
              <a:rPr lang="en-US" dirty="0" err="1" smtClean="0"/>
              <a:t>punjača</a:t>
            </a:r>
            <a:endParaRPr lang="en-US" dirty="0"/>
          </a:p>
          <a:p>
            <a:r>
              <a:rPr lang="en-US" dirty="0" err="1" smtClean="0"/>
              <a:t>Komponente</a:t>
            </a:r>
            <a:r>
              <a:rPr lang="en-US" dirty="0"/>
              <a:t>:</a:t>
            </a:r>
          </a:p>
          <a:p>
            <a:pPr marL="45720" indent="0">
              <a:buNone/>
            </a:pPr>
            <a:r>
              <a:rPr lang="en-US" dirty="0"/>
              <a:t>        1. </a:t>
            </a:r>
            <a:r>
              <a:rPr lang="en-US" dirty="0" err="1"/>
              <a:t>Pokrivenost</a:t>
            </a:r>
            <a:r>
              <a:rPr lang="en-US" dirty="0"/>
              <a:t> </a:t>
            </a:r>
            <a:r>
              <a:rPr lang="en-US" dirty="0" err="1"/>
              <a:t>populacije</a:t>
            </a:r>
            <a:r>
              <a:rPr lang="en-US" dirty="0"/>
              <a:t> (</a:t>
            </a:r>
            <a:r>
              <a:rPr lang="en-US" dirty="0" err="1"/>
              <a:t>bliži</a:t>
            </a:r>
            <a:r>
              <a:rPr lang="en-US" dirty="0"/>
              <a:t> </a:t>
            </a:r>
            <a:r>
              <a:rPr lang="en-US" dirty="0" err="1"/>
              <a:t>velikim</a:t>
            </a:r>
            <a:r>
              <a:rPr lang="en-US" dirty="0"/>
              <a:t> </a:t>
            </a:r>
            <a:r>
              <a:rPr lang="en-US" dirty="0" err="1"/>
              <a:t>gradovima</a:t>
            </a:r>
            <a:r>
              <a:rPr lang="en-US" dirty="0"/>
              <a:t> = </a:t>
            </a:r>
            <a:r>
              <a:rPr lang="en-US" dirty="0" err="1"/>
              <a:t>bolje</a:t>
            </a:r>
            <a:r>
              <a:rPr lang="en-US" dirty="0"/>
              <a:t>)</a:t>
            </a:r>
          </a:p>
          <a:p>
            <a:pPr marL="45720" indent="0">
              <a:buNone/>
            </a:pPr>
            <a:r>
              <a:rPr lang="en-US" dirty="0"/>
              <a:t>        2. </a:t>
            </a:r>
            <a:r>
              <a:rPr lang="en-US" dirty="0" err="1"/>
              <a:t>Minimalna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 smtClean="0"/>
              <a:t>punjača</a:t>
            </a:r>
            <a:r>
              <a:rPr lang="sr-Latn-ME" dirty="0" smtClean="0"/>
              <a:t> (kazna ako su preblizu)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     3. </a:t>
            </a:r>
            <a:r>
              <a:rPr lang="en-US" dirty="0" err="1"/>
              <a:t>Ravnomerna</a:t>
            </a:r>
            <a:r>
              <a:rPr lang="en-US" dirty="0"/>
              <a:t> </a:t>
            </a:r>
            <a:r>
              <a:rPr lang="en-US" dirty="0" err="1" smtClean="0"/>
              <a:t>distribucija</a:t>
            </a:r>
            <a:r>
              <a:rPr lang="sr-Latn-ME" dirty="0" smtClean="0"/>
              <a:t> (kvalitet rasprostanjenosti po državi)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     4. </a:t>
            </a:r>
            <a:r>
              <a:rPr lang="en-US" dirty="0" err="1"/>
              <a:t>Pokrivenost</a:t>
            </a:r>
            <a:r>
              <a:rPr lang="en-US" dirty="0"/>
              <a:t> </a:t>
            </a:r>
            <a:r>
              <a:rPr lang="en-US" dirty="0" err="1" smtClean="0"/>
              <a:t>saobraćaja</a:t>
            </a:r>
            <a:r>
              <a:rPr lang="sr-Latn-ME" dirty="0" smtClean="0"/>
              <a:t> (povećava fitness ako je punjač blizu grada)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     5. </a:t>
            </a:r>
            <a:r>
              <a:rPr lang="en-US" dirty="0" err="1" smtClean="0"/>
              <a:t>Ograničenje</a:t>
            </a:r>
            <a:r>
              <a:rPr lang="sr-Latn-ME" dirty="0" smtClean="0"/>
              <a:t> (oduzima se ako grad nije pokriven)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98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Create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ME" dirty="0" smtClean="0"/>
              <a:t>Uzima Podgoricu kao prioritet 6 stanica</a:t>
            </a:r>
          </a:p>
          <a:p>
            <a:r>
              <a:rPr lang="sr-Latn-ME" dirty="0" smtClean="0"/>
              <a:t>Veliki gradovi 2-3 stanice</a:t>
            </a:r>
          </a:p>
          <a:p>
            <a:r>
              <a:rPr lang="sr-Latn-ME" dirty="0" smtClean="0"/>
              <a:t>Manji gradovi 1 stanica</a:t>
            </a:r>
          </a:p>
          <a:p>
            <a:r>
              <a:rPr lang="sr-Latn-ME" dirty="0" smtClean="0"/>
              <a:t>Magistrale – nasumično dodavanje</a:t>
            </a:r>
          </a:p>
          <a:p>
            <a:pPr marL="45720" indent="0">
              <a:buNone/>
            </a:pPr>
            <a:r>
              <a:rPr lang="sr-Latn-ME" dirty="0" smtClean="0"/>
              <a:t>Sledeći korak:</a:t>
            </a:r>
            <a:endParaRPr lang="sr-Latn-ME" dirty="0"/>
          </a:p>
          <a:p>
            <a:r>
              <a:rPr lang="sr-Latn-ME" dirty="0" smtClean="0"/>
              <a:t>Radi se mutacija </a:t>
            </a:r>
            <a:r>
              <a:rPr lang="sr-Latn-ME" dirty="0" smtClean="0"/>
              <a:t>(30</a:t>
            </a:r>
            <a:r>
              <a:rPr lang="sr-Latn-ME" dirty="0" smtClean="0"/>
              <a:t>% sansa za uklanjanje i dodavanje random mjesta)</a:t>
            </a:r>
          </a:p>
          <a:p>
            <a:r>
              <a:rPr lang="sr-Latn-ME" dirty="0" smtClean="0"/>
              <a:t>Radi se crossover (Dijele se lokacije po regijama i za svaku se uzima najbolje)</a:t>
            </a:r>
          </a:p>
          <a:p>
            <a:r>
              <a:rPr lang="sr-Latn-ME" dirty="0" smtClean="0"/>
              <a:t>Metoda optimize()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5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Optimize()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sr-Latn-ME" sz="2800" dirty="0" smtClean="0"/>
              <a:t>Glavna petlja genetskog algoritma:</a:t>
            </a:r>
          </a:p>
          <a:p>
            <a:r>
              <a:rPr lang="sr-Latn-ME" sz="2800" dirty="0" smtClean="0"/>
              <a:t>Vrši sve prethodne djelove koda</a:t>
            </a:r>
          </a:p>
          <a:p>
            <a:r>
              <a:rPr lang="sr-Latn-ME" sz="2800" dirty="0" smtClean="0"/>
              <a:t>Ispisuje sve potrebne informacije u terminalu</a:t>
            </a:r>
          </a:p>
        </p:txBody>
      </p:sp>
    </p:spTree>
    <p:extLst>
      <p:ext uri="{BB962C8B-B14F-4D97-AF65-F5344CB8AC3E}">
        <p14:creationId xmlns:p14="http://schemas.microsoft.com/office/powerpoint/2010/main" val="95695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save_results()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539496"/>
          </a:xfrm>
        </p:spPr>
        <p:txBody>
          <a:bodyPr/>
          <a:lstStyle/>
          <a:p>
            <a:r>
              <a:rPr lang="sr-Latn-ME" dirty="0" smtClean="0"/>
              <a:t>Pravi tekstualni fajl i u njemu čuva sve potrebne informacije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43000" y="286893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ME" dirty="0"/>
              <a:t>v</a:t>
            </a:r>
            <a:r>
              <a:rPr lang="sr-Latn-ME" dirty="0" smtClean="0"/>
              <a:t>isualise()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3000" y="4497324"/>
            <a:ext cx="9872871" cy="539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ME" dirty="0" smtClean="0"/>
              <a:t>Pravi prozor za prikaz mape Crne Gore i svih kandidatskih i konačnih lokacija punjača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1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1888</TotalTime>
  <Words>447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Corbel</vt:lpstr>
      <vt:lpstr>Wingdings</vt:lpstr>
      <vt:lpstr>Basis</vt:lpstr>
      <vt:lpstr>Genetski Algoritam</vt:lpstr>
      <vt:lpstr>Šta je i kako radi GA?</vt:lpstr>
      <vt:lpstr>Analogija sa biološkom evolucijom  Prirodna evolucija                                   Genetski algoritam</vt:lpstr>
      <vt:lpstr>Genetski algoritam EVCS</vt:lpstr>
      <vt:lpstr>Osnovne postavke algoritma</vt:lpstr>
      <vt:lpstr>Predstavljanje gradova</vt:lpstr>
      <vt:lpstr>Glavna klasa optimizacije</vt:lpstr>
      <vt:lpstr>Učitavanje gradova</vt:lpstr>
      <vt:lpstr>Kreiranje kandidatskoh lokacija</vt:lpstr>
      <vt:lpstr>Računanje distanci između gradova</vt:lpstr>
      <vt:lpstr>Računanje fitnessa </vt:lpstr>
      <vt:lpstr>Create solution</vt:lpstr>
      <vt:lpstr>Optimize()</vt:lpstr>
      <vt:lpstr>save_results()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Genetski Algoritam</dc:title>
  <dc:creator>Microsoft account</dc:creator>
  <cp:lastModifiedBy>Microsoft account</cp:lastModifiedBy>
  <cp:revision>14</cp:revision>
  <dcterms:created xsi:type="dcterms:W3CDTF">2025-12-29T09:13:36Z</dcterms:created>
  <dcterms:modified xsi:type="dcterms:W3CDTF">2025-12-30T17:25:15Z</dcterms:modified>
</cp:coreProperties>
</file>