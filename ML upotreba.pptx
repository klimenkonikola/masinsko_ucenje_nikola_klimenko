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2C609D-CD0F-4202-A3A4-30E6112AC7E7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441F48-EBE1-4001-BEAD-A3447F85947A}">
      <dgm:prSet phldrT="[Text]"/>
      <dgm:spPr/>
      <dgm:t>
        <a:bodyPr/>
        <a:lstStyle/>
        <a:p>
          <a:r>
            <a:rPr lang="sr-Latn-ME" dirty="0" smtClean="0"/>
            <a:t>1</a:t>
          </a:r>
          <a:endParaRPr lang="en-US" dirty="0"/>
        </a:p>
      </dgm:t>
    </dgm:pt>
    <dgm:pt modelId="{079D01EB-A51E-48AD-8881-F0EA0FDA801D}" type="parTrans" cxnId="{7DDD6D95-BFE3-4B28-99BF-4AF558ED797E}">
      <dgm:prSet/>
      <dgm:spPr/>
      <dgm:t>
        <a:bodyPr/>
        <a:lstStyle/>
        <a:p>
          <a:endParaRPr lang="en-US"/>
        </a:p>
      </dgm:t>
    </dgm:pt>
    <dgm:pt modelId="{8F4AFCCC-60EC-438C-9BE5-CA586D0868C3}" type="sibTrans" cxnId="{7DDD6D95-BFE3-4B28-99BF-4AF558ED797E}">
      <dgm:prSet/>
      <dgm:spPr/>
      <dgm:t>
        <a:bodyPr/>
        <a:lstStyle/>
        <a:p>
          <a:endParaRPr lang="en-US"/>
        </a:p>
      </dgm:t>
    </dgm:pt>
    <dgm:pt modelId="{DD158BE7-65B2-409B-9CB7-823006E53350}">
      <dgm:prSet phldrT="[Text]"/>
      <dgm:spPr/>
      <dgm:t>
        <a:bodyPr/>
        <a:lstStyle/>
        <a:p>
          <a:r>
            <a:rPr lang="sr-Latn-ME" b="1" dirty="0" smtClean="0"/>
            <a:t>Bira određeni broj</a:t>
          </a:r>
          <a:r>
            <a:rPr lang="en-US" b="1" dirty="0" smtClean="0"/>
            <a:t> K </a:t>
          </a:r>
          <a:r>
            <a:rPr lang="en-US" b="1" dirty="0" err="1" smtClean="0"/>
            <a:t>centara</a:t>
          </a:r>
          <a:endParaRPr lang="en-US" dirty="0"/>
        </a:p>
      </dgm:t>
    </dgm:pt>
    <dgm:pt modelId="{8CC12365-7C83-41BC-9C25-C26E36A074A9}" type="parTrans" cxnId="{C64DFAFA-02FD-468F-8EB7-EC56A074F7AE}">
      <dgm:prSet/>
      <dgm:spPr/>
      <dgm:t>
        <a:bodyPr/>
        <a:lstStyle/>
        <a:p>
          <a:endParaRPr lang="en-US"/>
        </a:p>
      </dgm:t>
    </dgm:pt>
    <dgm:pt modelId="{FC96157F-2958-4B7D-AD7F-53EA8FB346FA}" type="sibTrans" cxnId="{C64DFAFA-02FD-468F-8EB7-EC56A074F7AE}">
      <dgm:prSet/>
      <dgm:spPr/>
      <dgm:t>
        <a:bodyPr/>
        <a:lstStyle/>
        <a:p>
          <a:endParaRPr lang="en-US"/>
        </a:p>
      </dgm:t>
    </dgm:pt>
    <dgm:pt modelId="{5401BBBF-CDA6-43D3-8DF9-DC8AEF260A2A}">
      <dgm:prSet phldrT="[Text]"/>
      <dgm:spPr/>
      <dgm:t>
        <a:bodyPr/>
        <a:lstStyle/>
        <a:p>
          <a:r>
            <a:rPr lang="en-US" dirty="0" err="1" smtClean="0"/>
            <a:t>Za</a:t>
          </a:r>
          <a:r>
            <a:rPr lang="en-US" dirty="0" smtClean="0"/>
            <a:t> EV </a:t>
          </a:r>
          <a:r>
            <a:rPr lang="en-US" dirty="0" err="1" smtClean="0"/>
            <a:t>punjače</a:t>
          </a:r>
          <a:r>
            <a:rPr lang="en-US" dirty="0" smtClean="0"/>
            <a:t>: </a:t>
          </a:r>
          <a:r>
            <a:rPr lang="en-US" dirty="0" err="1" smtClean="0"/>
            <a:t>odaber</a:t>
          </a:r>
          <a:r>
            <a:rPr lang="sr-Latn-ME" dirty="0" smtClean="0"/>
            <a:t>e</a:t>
          </a:r>
          <a:r>
            <a:rPr lang="en-US" dirty="0" smtClean="0"/>
            <a:t> 50 random </a:t>
          </a:r>
          <a:r>
            <a:rPr lang="en-US" dirty="0" err="1" smtClean="0"/>
            <a:t>tačaka</a:t>
          </a:r>
          <a:endParaRPr lang="en-US" dirty="0"/>
        </a:p>
      </dgm:t>
    </dgm:pt>
    <dgm:pt modelId="{2A856B42-A010-47FC-B99F-638484BB5BA7}" type="parTrans" cxnId="{0BC5D5DF-2F37-4437-BF3A-9E9CA7359FA8}">
      <dgm:prSet/>
      <dgm:spPr/>
      <dgm:t>
        <a:bodyPr/>
        <a:lstStyle/>
        <a:p>
          <a:endParaRPr lang="en-US"/>
        </a:p>
      </dgm:t>
    </dgm:pt>
    <dgm:pt modelId="{9375DA6A-A309-418A-AA06-9977F891ECC5}" type="sibTrans" cxnId="{0BC5D5DF-2F37-4437-BF3A-9E9CA7359FA8}">
      <dgm:prSet/>
      <dgm:spPr/>
      <dgm:t>
        <a:bodyPr/>
        <a:lstStyle/>
        <a:p>
          <a:endParaRPr lang="en-US"/>
        </a:p>
      </dgm:t>
    </dgm:pt>
    <dgm:pt modelId="{98F8D772-0456-4FD9-93F5-EB54D053A4D7}">
      <dgm:prSet phldrT="[Text]"/>
      <dgm:spPr/>
      <dgm:t>
        <a:bodyPr/>
        <a:lstStyle/>
        <a:p>
          <a:r>
            <a:rPr lang="sr-Latn-ME" dirty="0" smtClean="0"/>
            <a:t>3</a:t>
          </a:r>
          <a:endParaRPr lang="en-US" dirty="0"/>
        </a:p>
      </dgm:t>
    </dgm:pt>
    <dgm:pt modelId="{AA31A7A4-78A0-4618-ABC1-DFE9EC384D02}" type="parTrans" cxnId="{5B5170D0-AC73-4D64-AFFB-1C61ED792CFC}">
      <dgm:prSet/>
      <dgm:spPr/>
      <dgm:t>
        <a:bodyPr/>
        <a:lstStyle/>
        <a:p>
          <a:endParaRPr lang="en-US"/>
        </a:p>
      </dgm:t>
    </dgm:pt>
    <dgm:pt modelId="{A7496F40-2708-4E62-89E8-BEAD11AC4C22}" type="sibTrans" cxnId="{5B5170D0-AC73-4D64-AFFB-1C61ED792CFC}">
      <dgm:prSet/>
      <dgm:spPr/>
      <dgm:t>
        <a:bodyPr/>
        <a:lstStyle/>
        <a:p>
          <a:endParaRPr lang="en-US"/>
        </a:p>
      </dgm:t>
    </dgm:pt>
    <dgm:pt modelId="{7ED6FEB7-8FD0-42BF-B206-6B93DAA826BD}">
      <dgm:prSet phldrT="[Text]"/>
      <dgm:spPr/>
      <dgm:t>
        <a:bodyPr/>
        <a:lstStyle/>
        <a:p>
          <a:r>
            <a:rPr lang="en-US" b="1" dirty="0" smtClean="0"/>
            <a:t>P</a:t>
          </a:r>
          <a:r>
            <a:rPr lang="sr-Latn-ME" b="1" dirty="0" smtClean="0"/>
            <a:t>re</a:t>
          </a:r>
          <a:r>
            <a:rPr lang="en-US" b="1" dirty="0" err="1" smtClean="0"/>
            <a:t>mjesti</a:t>
          </a:r>
          <a:r>
            <a:rPr lang="en-US" b="1" dirty="0" smtClean="0"/>
            <a:t> </a:t>
          </a:r>
          <a:r>
            <a:rPr lang="en-US" b="1" dirty="0" err="1" smtClean="0"/>
            <a:t>centar</a:t>
          </a:r>
          <a:r>
            <a:rPr lang="en-US" b="1" dirty="0" smtClean="0"/>
            <a:t> u SREDIŠTE </a:t>
          </a:r>
          <a:r>
            <a:rPr lang="en-US" b="1" dirty="0" err="1" smtClean="0"/>
            <a:t>svoje</a:t>
          </a:r>
          <a:r>
            <a:rPr lang="en-US" b="1" dirty="0" smtClean="0"/>
            <a:t> </a:t>
          </a:r>
          <a:r>
            <a:rPr lang="en-US" b="1" dirty="0" err="1" smtClean="0"/>
            <a:t>grupe</a:t>
          </a:r>
          <a:endParaRPr lang="en-US" dirty="0"/>
        </a:p>
      </dgm:t>
    </dgm:pt>
    <dgm:pt modelId="{ABB7E353-A76C-490C-9FFC-4B8094492EAD}" type="parTrans" cxnId="{AAE47B3E-6C95-4B2B-B7D3-A5A87709FB83}">
      <dgm:prSet/>
      <dgm:spPr/>
      <dgm:t>
        <a:bodyPr/>
        <a:lstStyle/>
        <a:p>
          <a:endParaRPr lang="en-US"/>
        </a:p>
      </dgm:t>
    </dgm:pt>
    <dgm:pt modelId="{845A2868-3060-4AD5-85F5-EB4D50E82150}" type="sibTrans" cxnId="{AAE47B3E-6C95-4B2B-B7D3-A5A87709FB83}">
      <dgm:prSet/>
      <dgm:spPr/>
      <dgm:t>
        <a:bodyPr/>
        <a:lstStyle/>
        <a:p>
          <a:endParaRPr lang="en-US"/>
        </a:p>
      </dgm:t>
    </dgm:pt>
    <dgm:pt modelId="{177433DA-3F53-4A6B-B6FD-963E1340EFC3}">
      <dgm:prSet phldrT="[Text]"/>
      <dgm:spPr/>
      <dgm:t>
        <a:bodyPr/>
        <a:lstStyle/>
        <a:p>
          <a:r>
            <a:rPr lang="en-US" dirty="0" smtClean="0"/>
            <a:t>Novi </a:t>
          </a:r>
          <a:r>
            <a:rPr lang="en-US" dirty="0" err="1" smtClean="0"/>
            <a:t>centar</a:t>
          </a:r>
          <a:r>
            <a:rPr lang="en-US" dirty="0" smtClean="0"/>
            <a:t> = </a:t>
          </a:r>
          <a:r>
            <a:rPr lang="en-US" dirty="0" err="1" smtClean="0"/>
            <a:t>prosjek</a:t>
          </a:r>
          <a:r>
            <a:rPr lang="en-US" dirty="0" smtClean="0"/>
            <a:t> </a:t>
          </a:r>
          <a:r>
            <a:rPr lang="en-US" dirty="0" err="1" smtClean="0"/>
            <a:t>lokacija</a:t>
          </a:r>
          <a:r>
            <a:rPr lang="en-US" dirty="0" smtClean="0"/>
            <a:t> u </a:t>
          </a:r>
          <a:r>
            <a:rPr lang="en-US" dirty="0" err="1" smtClean="0"/>
            <a:t>grupi</a:t>
          </a:r>
          <a:endParaRPr lang="en-US" dirty="0"/>
        </a:p>
      </dgm:t>
    </dgm:pt>
    <dgm:pt modelId="{6F72204D-AD5E-469B-966F-0E63F9A09F2C}" type="parTrans" cxnId="{AE8FDDE7-E8D3-44E2-B4DF-12548CA092A9}">
      <dgm:prSet/>
      <dgm:spPr/>
      <dgm:t>
        <a:bodyPr/>
        <a:lstStyle/>
        <a:p>
          <a:endParaRPr lang="en-US"/>
        </a:p>
      </dgm:t>
    </dgm:pt>
    <dgm:pt modelId="{4E48DCAA-C9CB-4E4E-B293-314A29100FF9}" type="sibTrans" cxnId="{AE8FDDE7-E8D3-44E2-B4DF-12548CA092A9}">
      <dgm:prSet/>
      <dgm:spPr/>
      <dgm:t>
        <a:bodyPr/>
        <a:lstStyle/>
        <a:p>
          <a:endParaRPr lang="en-US"/>
        </a:p>
      </dgm:t>
    </dgm:pt>
    <dgm:pt modelId="{B4D30D8C-E00E-4A1C-9582-3BE15C17A106}">
      <dgm:prSet phldrT="[Text]"/>
      <dgm:spPr/>
      <dgm:t>
        <a:bodyPr/>
        <a:lstStyle/>
        <a:p>
          <a:r>
            <a:rPr lang="sr-Latn-ME" dirty="0" smtClean="0"/>
            <a:t>4</a:t>
          </a:r>
          <a:endParaRPr lang="en-US" dirty="0"/>
        </a:p>
      </dgm:t>
    </dgm:pt>
    <dgm:pt modelId="{E0EEE5EF-384E-4D4B-BA23-8924FDECF66A}" type="parTrans" cxnId="{CDF7E3B7-78FC-4C1F-91BE-80B8ED1914BD}">
      <dgm:prSet/>
      <dgm:spPr/>
      <dgm:t>
        <a:bodyPr/>
        <a:lstStyle/>
        <a:p>
          <a:endParaRPr lang="en-US"/>
        </a:p>
      </dgm:t>
    </dgm:pt>
    <dgm:pt modelId="{D2FC7CF1-055C-4615-94EB-02DCBAA3DA26}" type="sibTrans" cxnId="{CDF7E3B7-78FC-4C1F-91BE-80B8ED1914BD}">
      <dgm:prSet/>
      <dgm:spPr/>
      <dgm:t>
        <a:bodyPr/>
        <a:lstStyle/>
        <a:p>
          <a:endParaRPr lang="en-US"/>
        </a:p>
      </dgm:t>
    </dgm:pt>
    <dgm:pt modelId="{0E8544A8-216A-40E0-909D-E37DC9AC19BE}">
      <dgm:prSet phldrT="[Text]"/>
      <dgm:spPr/>
      <dgm:t>
        <a:bodyPr/>
        <a:lstStyle/>
        <a:p>
          <a:r>
            <a:rPr lang="en-US" b="1" dirty="0" smtClean="0"/>
            <a:t>PONOVI </a:t>
          </a:r>
          <a:r>
            <a:rPr lang="en-US" b="1" dirty="0" err="1" smtClean="0"/>
            <a:t>dok</a:t>
          </a:r>
          <a:r>
            <a:rPr lang="en-US" b="1" dirty="0" smtClean="0"/>
            <a:t> se </a:t>
          </a:r>
          <a:r>
            <a:rPr lang="en-US" b="1" dirty="0" err="1" smtClean="0"/>
            <a:t>centri</a:t>
          </a:r>
          <a:r>
            <a:rPr lang="en-US" b="1" dirty="0" smtClean="0"/>
            <a:t> ne </a:t>
          </a:r>
          <a:r>
            <a:rPr lang="en-US" b="1" dirty="0" err="1" smtClean="0"/>
            <a:t>pomjere</a:t>
          </a:r>
          <a:endParaRPr lang="en-US" dirty="0"/>
        </a:p>
      </dgm:t>
    </dgm:pt>
    <dgm:pt modelId="{2242D77E-DB6F-4262-9900-60FD64F19C5B}" type="parTrans" cxnId="{439DDB70-B8DA-4992-98E4-D0D7D8D5D06B}">
      <dgm:prSet/>
      <dgm:spPr/>
      <dgm:t>
        <a:bodyPr/>
        <a:lstStyle/>
        <a:p>
          <a:endParaRPr lang="en-US"/>
        </a:p>
      </dgm:t>
    </dgm:pt>
    <dgm:pt modelId="{D1AF5F08-2C9F-485F-9BE1-74505C82DD55}" type="sibTrans" cxnId="{439DDB70-B8DA-4992-98E4-D0D7D8D5D06B}">
      <dgm:prSet/>
      <dgm:spPr/>
      <dgm:t>
        <a:bodyPr/>
        <a:lstStyle/>
        <a:p>
          <a:endParaRPr lang="en-US"/>
        </a:p>
      </dgm:t>
    </dgm:pt>
    <dgm:pt modelId="{BD8D1650-B1E4-4758-A145-904D1C7A745F}">
      <dgm:prSet phldrT="[Text]"/>
      <dgm:spPr/>
      <dgm:t>
        <a:bodyPr/>
        <a:lstStyle/>
        <a:p>
          <a:r>
            <a:rPr lang="en-US" dirty="0" err="1" smtClean="0"/>
            <a:t>Kada</a:t>
          </a:r>
          <a:r>
            <a:rPr lang="en-US" dirty="0" smtClean="0"/>
            <a:t> </a:t>
          </a:r>
          <a:r>
            <a:rPr lang="en-US" dirty="0" err="1" smtClean="0"/>
            <a:t>su</a:t>
          </a:r>
          <a:r>
            <a:rPr lang="en-US" dirty="0" smtClean="0"/>
            <a:t> </a:t>
          </a:r>
          <a:r>
            <a:rPr lang="en-US" dirty="0" err="1" smtClean="0"/>
            <a:t>stabilni</a:t>
          </a:r>
          <a:r>
            <a:rPr lang="en-US" dirty="0" smtClean="0"/>
            <a:t> → KONVERGENCIJA!</a:t>
          </a:r>
          <a:endParaRPr lang="en-US" dirty="0"/>
        </a:p>
      </dgm:t>
    </dgm:pt>
    <dgm:pt modelId="{ED054BC5-41C8-4D8A-B362-DDA6CB15D02F}" type="parTrans" cxnId="{27C3A601-E7DA-40FE-914D-05E4542638B3}">
      <dgm:prSet/>
      <dgm:spPr/>
      <dgm:t>
        <a:bodyPr/>
        <a:lstStyle/>
        <a:p>
          <a:endParaRPr lang="en-US"/>
        </a:p>
      </dgm:t>
    </dgm:pt>
    <dgm:pt modelId="{95D07822-98AA-4811-AE01-6CF3B1A6811B}" type="sibTrans" cxnId="{27C3A601-E7DA-40FE-914D-05E4542638B3}">
      <dgm:prSet/>
      <dgm:spPr/>
      <dgm:t>
        <a:bodyPr/>
        <a:lstStyle/>
        <a:p>
          <a:endParaRPr lang="en-US"/>
        </a:p>
      </dgm:t>
    </dgm:pt>
    <dgm:pt modelId="{F6BB5CB3-E802-4DF5-8756-81D742339A87}">
      <dgm:prSet/>
      <dgm:spPr/>
      <dgm:t>
        <a:bodyPr/>
        <a:lstStyle/>
        <a:p>
          <a:r>
            <a:rPr lang="sr-Latn-ME" dirty="0" smtClean="0"/>
            <a:t>2</a:t>
          </a:r>
          <a:endParaRPr lang="en-US" dirty="0"/>
        </a:p>
      </dgm:t>
    </dgm:pt>
    <dgm:pt modelId="{DE073856-1579-4DD2-9578-A226E5572AC1}" type="parTrans" cxnId="{61AC654F-11D5-480B-9FFA-CBC5D62B5B3F}">
      <dgm:prSet/>
      <dgm:spPr/>
      <dgm:t>
        <a:bodyPr/>
        <a:lstStyle/>
        <a:p>
          <a:endParaRPr lang="en-US"/>
        </a:p>
      </dgm:t>
    </dgm:pt>
    <dgm:pt modelId="{F3D4E011-CED5-4E10-A8AD-63C4617BF287}" type="sibTrans" cxnId="{61AC654F-11D5-480B-9FFA-CBC5D62B5B3F}">
      <dgm:prSet/>
      <dgm:spPr/>
      <dgm:t>
        <a:bodyPr/>
        <a:lstStyle/>
        <a:p>
          <a:endParaRPr lang="en-US"/>
        </a:p>
      </dgm:t>
    </dgm:pt>
    <dgm:pt modelId="{F0AC6669-C48F-4BF5-BDA4-1F7914D89FBF}">
      <dgm:prSet/>
      <dgm:spPr/>
      <dgm:t>
        <a:bodyPr/>
        <a:lstStyle/>
        <a:p>
          <a:r>
            <a:rPr lang="en-US" b="1" dirty="0" err="1" smtClean="0"/>
            <a:t>Dodeli</a:t>
          </a:r>
          <a:r>
            <a:rPr lang="en-US" b="1" dirty="0" smtClean="0"/>
            <a:t> </a:t>
          </a:r>
          <a:r>
            <a:rPr lang="en-US" b="1" dirty="0" err="1" smtClean="0"/>
            <a:t>svaku</a:t>
          </a:r>
          <a:r>
            <a:rPr lang="en-US" b="1" dirty="0" smtClean="0"/>
            <a:t> </a:t>
          </a:r>
          <a:r>
            <a:rPr lang="en-US" b="1" dirty="0" err="1" smtClean="0"/>
            <a:t>tačku</a:t>
          </a:r>
          <a:r>
            <a:rPr lang="en-US" b="1" dirty="0" smtClean="0"/>
            <a:t> NAJBLIŽEM </a:t>
          </a:r>
          <a:r>
            <a:rPr lang="en-US" b="1" dirty="0" err="1" smtClean="0"/>
            <a:t>centru</a:t>
          </a:r>
          <a:endParaRPr lang="en-US" dirty="0"/>
        </a:p>
      </dgm:t>
    </dgm:pt>
    <dgm:pt modelId="{ACB66627-18AC-4205-B5FC-141FCE706E87}" type="parTrans" cxnId="{FD2E0B45-973F-4DB7-AE1A-9B9E6135525D}">
      <dgm:prSet/>
      <dgm:spPr/>
      <dgm:t>
        <a:bodyPr/>
        <a:lstStyle/>
        <a:p>
          <a:endParaRPr lang="en-US"/>
        </a:p>
      </dgm:t>
    </dgm:pt>
    <dgm:pt modelId="{77C4931A-2C63-473D-93B4-0701E36DE390}" type="sibTrans" cxnId="{FD2E0B45-973F-4DB7-AE1A-9B9E6135525D}">
      <dgm:prSet/>
      <dgm:spPr/>
      <dgm:t>
        <a:bodyPr/>
        <a:lstStyle/>
        <a:p>
          <a:endParaRPr lang="en-US"/>
        </a:p>
      </dgm:t>
    </dgm:pt>
    <dgm:pt modelId="{AEFD2E4F-19DD-47DC-AC08-6B19AEB6A42C}">
      <dgm:prSet/>
      <dgm:spPr/>
      <dgm:t>
        <a:bodyPr/>
        <a:lstStyle/>
        <a:p>
          <a:r>
            <a:rPr lang="en-US" dirty="0" err="1" smtClean="0"/>
            <a:t>Svaki</a:t>
          </a:r>
          <a:r>
            <a:rPr lang="en-US" dirty="0" smtClean="0"/>
            <a:t> grad </a:t>
          </a:r>
          <a:r>
            <a:rPr lang="en-US" dirty="0" err="1" smtClean="0"/>
            <a:t>njegovom</a:t>
          </a:r>
          <a:r>
            <a:rPr lang="en-US" dirty="0" smtClean="0"/>
            <a:t> </a:t>
          </a:r>
          <a:r>
            <a:rPr lang="en-US" dirty="0" err="1" smtClean="0"/>
            <a:t>najbližem</a:t>
          </a:r>
          <a:r>
            <a:rPr lang="en-US" dirty="0" smtClean="0"/>
            <a:t> </a:t>
          </a:r>
          <a:r>
            <a:rPr lang="en-US" dirty="0" err="1" smtClean="0"/>
            <a:t>punjač</a:t>
          </a:r>
          <a:r>
            <a:rPr lang="sr-Latn-ME" dirty="0" smtClean="0"/>
            <a:t>u</a:t>
          </a:r>
          <a:endParaRPr lang="en-US" dirty="0"/>
        </a:p>
      </dgm:t>
    </dgm:pt>
    <dgm:pt modelId="{D72CAEA1-A3A3-491D-B7CE-62A5A3751DDB}" type="parTrans" cxnId="{5C2E9541-BAA2-4582-BCBA-849CF2733C6A}">
      <dgm:prSet/>
      <dgm:spPr/>
      <dgm:t>
        <a:bodyPr/>
        <a:lstStyle/>
        <a:p>
          <a:endParaRPr lang="en-US"/>
        </a:p>
      </dgm:t>
    </dgm:pt>
    <dgm:pt modelId="{3DCA199F-201D-495E-8AF9-A495E8E73813}" type="sibTrans" cxnId="{5C2E9541-BAA2-4582-BCBA-849CF2733C6A}">
      <dgm:prSet/>
      <dgm:spPr/>
      <dgm:t>
        <a:bodyPr/>
        <a:lstStyle/>
        <a:p>
          <a:endParaRPr lang="en-US"/>
        </a:p>
      </dgm:t>
    </dgm:pt>
    <dgm:pt modelId="{F7C13CEC-72C3-4B9F-8915-352526F399C8}" type="pres">
      <dgm:prSet presAssocID="{FF2C609D-CD0F-4202-A3A4-30E6112AC7E7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29D93D1-A5D7-482D-AAA9-4AA0559EB4A4}" type="pres">
      <dgm:prSet presAssocID="{F7441F48-EBE1-4001-BEAD-A3447F85947A}" presName="composite" presStyleCnt="0"/>
      <dgm:spPr/>
    </dgm:pt>
    <dgm:pt modelId="{669A2EA7-FDAE-46E3-A18A-550C8A31BC40}" type="pres">
      <dgm:prSet presAssocID="{F7441F48-EBE1-4001-BEAD-A3447F85947A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88E252-8DD7-46BE-977A-26156176CFA1}" type="pres">
      <dgm:prSet presAssocID="{F7441F48-EBE1-4001-BEAD-A3447F85947A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45CAC1-FC52-41F1-A4E1-F4F66B0C59FF}" type="pres">
      <dgm:prSet presAssocID="{8F4AFCCC-60EC-438C-9BE5-CA586D0868C3}" presName="sp" presStyleCnt="0"/>
      <dgm:spPr/>
    </dgm:pt>
    <dgm:pt modelId="{B46F929F-622C-4DF4-B073-8E04B1247735}" type="pres">
      <dgm:prSet presAssocID="{F6BB5CB3-E802-4DF5-8756-81D742339A87}" presName="composite" presStyleCnt="0"/>
      <dgm:spPr/>
    </dgm:pt>
    <dgm:pt modelId="{49955030-3573-4CE9-87CD-650EE6377083}" type="pres">
      <dgm:prSet presAssocID="{F6BB5CB3-E802-4DF5-8756-81D742339A87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F8EE9A-0E00-4322-9E44-69B04EC3D7DB}" type="pres">
      <dgm:prSet presAssocID="{F6BB5CB3-E802-4DF5-8756-81D742339A87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58C28D-F622-44D9-B87E-96C214DC77A9}" type="pres">
      <dgm:prSet presAssocID="{F3D4E011-CED5-4E10-A8AD-63C4617BF287}" presName="sp" presStyleCnt="0"/>
      <dgm:spPr/>
    </dgm:pt>
    <dgm:pt modelId="{CF2407FB-94B0-482C-A6C2-EE41A075EA32}" type="pres">
      <dgm:prSet presAssocID="{98F8D772-0456-4FD9-93F5-EB54D053A4D7}" presName="composite" presStyleCnt="0"/>
      <dgm:spPr/>
    </dgm:pt>
    <dgm:pt modelId="{F701140A-607D-48AC-A323-7A441F5104CF}" type="pres">
      <dgm:prSet presAssocID="{98F8D772-0456-4FD9-93F5-EB54D053A4D7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EBF1B0-86B1-46B6-876A-1FA632974B40}" type="pres">
      <dgm:prSet presAssocID="{98F8D772-0456-4FD9-93F5-EB54D053A4D7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1C3A27-20AB-4EE8-98DD-C7DC1F85E1BF}" type="pres">
      <dgm:prSet presAssocID="{A7496F40-2708-4E62-89E8-BEAD11AC4C22}" presName="sp" presStyleCnt="0"/>
      <dgm:spPr/>
    </dgm:pt>
    <dgm:pt modelId="{1B201429-ED7B-4FE9-B0DC-5DE290BF386B}" type="pres">
      <dgm:prSet presAssocID="{B4D30D8C-E00E-4A1C-9582-3BE15C17A106}" presName="composite" presStyleCnt="0"/>
      <dgm:spPr/>
    </dgm:pt>
    <dgm:pt modelId="{41FA9A91-345D-4331-9957-955EE758E3C2}" type="pres">
      <dgm:prSet presAssocID="{B4D30D8C-E00E-4A1C-9582-3BE15C17A106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21D44C-4B69-4742-9952-B19BD6D722C0}" type="pres">
      <dgm:prSet presAssocID="{B4D30D8C-E00E-4A1C-9582-3BE15C17A106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E438C1-8A52-4147-A245-5FEED749FCFE}" type="presOf" srcId="{F7441F48-EBE1-4001-BEAD-A3447F85947A}" destId="{669A2EA7-FDAE-46E3-A18A-550C8A31BC40}" srcOrd="0" destOrd="0" presId="urn:microsoft.com/office/officeart/2005/8/layout/chevron2"/>
    <dgm:cxn modelId="{0A13A7D1-7397-4875-BE5E-D58565514E5C}" type="presOf" srcId="{F0AC6669-C48F-4BF5-BDA4-1F7914D89FBF}" destId="{52F8EE9A-0E00-4322-9E44-69B04EC3D7DB}" srcOrd="0" destOrd="0" presId="urn:microsoft.com/office/officeart/2005/8/layout/chevron2"/>
    <dgm:cxn modelId="{AE8FDDE7-E8D3-44E2-B4DF-12548CA092A9}" srcId="{98F8D772-0456-4FD9-93F5-EB54D053A4D7}" destId="{177433DA-3F53-4A6B-B6FD-963E1340EFC3}" srcOrd="1" destOrd="0" parTransId="{6F72204D-AD5E-469B-966F-0E63F9A09F2C}" sibTransId="{4E48DCAA-C9CB-4E4E-B293-314A29100FF9}"/>
    <dgm:cxn modelId="{C266F27C-64EC-4B3C-92D8-D5B16A065358}" type="presOf" srcId="{F6BB5CB3-E802-4DF5-8756-81D742339A87}" destId="{49955030-3573-4CE9-87CD-650EE6377083}" srcOrd="0" destOrd="0" presId="urn:microsoft.com/office/officeart/2005/8/layout/chevron2"/>
    <dgm:cxn modelId="{61AC654F-11D5-480B-9FFA-CBC5D62B5B3F}" srcId="{FF2C609D-CD0F-4202-A3A4-30E6112AC7E7}" destId="{F6BB5CB3-E802-4DF5-8756-81D742339A87}" srcOrd="1" destOrd="0" parTransId="{DE073856-1579-4DD2-9578-A226E5572AC1}" sibTransId="{F3D4E011-CED5-4E10-A8AD-63C4617BF287}"/>
    <dgm:cxn modelId="{27C3A601-E7DA-40FE-914D-05E4542638B3}" srcId="{B4D30D8C-E00E-4A1C-9582-3BE15C17A106}" destId="{BD8D1650-B1E4-4758-A145-904D1C7A745F}" srcOrd="1" destOrd="0" parTransId="{ED054BC5-41C8-4D8A-B362-DDA6CB15D02F}" sibTransId="{95D07822-98AA-4811-AE01-6CF3B1A6811B}"/>
    <dgm:cxn modelId="{B66355FA-AE7A-4ADD-B983-E41C2CEC89EA}" type="presOf" srcId="{177433DA-3F53-4A6B-B6FD-963E1340EFC3}" destId="{D6EBF1B0-86B1-46B6-876A-1FA632974B40}" srcOrd="0" destOrd="1" presId="urn:microsoft.com/office/officeart/2005/8/layout/chevron2"/>
    <dgm:cxn modelId="{5B5170D0-AC73-4D64-AFFB-1C61ED792CFC}" srcId="{FF2C609D-CD0F-4202-A3A4-30E6112AC7E7}" destId="{98F8D772-0456-4FD9-93F5-EB54D053A4D7}" srcOrd="2" destOrd="0" parTransId="{AA31A7A4-78A0-4618-ABC1-DFE9EC384D02}" sibTransId="{A7496F40-2708-4E62-89E8-BEAD11AC4C22}"/>
    <dgm:cxn modelId="{30122BED-81AE-499A-9F0C-1B129D0EF1E2}" type="presOf" srcId="{0E8544A8-216A-40E0-909D-E37DC9AC19BE}" destId="{4C21D44C-4B69-4742-9952-B19BD6D722C0}" srcOrd="0" destOrd="0" presId="urn:microsoft.com/office/officeart/2005/8/layout/chevron2"/>
    <dgm:cxn modelId="{FD2E0B45-973F-4DB7-AE1A-9B9E6135525D}" srcId="{F6BB5CB3-E802-4DF5-8756-81D742339A87}" destId="{F0AC6669-C48F-4BF5-BDA4-1F7914D89FBF}" srcOrd="0" destOrd="0" parTransId="{ACB66627-18AC-4205-B5FC-141FCE706E87}" sibTransId="{77C4931A-2C63-473D-93B4-0701E36DE390}"/>
    <dgm:cxn modelId="{AAE47B3E-6C95-4B2B-B7D3-A5A87709FB83}" srcId="{98F8D772-0456-4FD9-93F5-EB54D053A4D7}" destId="{7ED6FEB7-8FD0-42BF-B206-6B93DAA826BD}" srcOrd="0" destOrd="0" parTransId="{ABB7E353-A76C-490C-9FFC-4B8094492EAD}" sibTransId="{845A2868-3060-4AD5-85F5-EB4D50E82150}"/>
    <dgm:cxn modelId="{FC8690ED-6CC9-4E9D-A2BE-89D7CE7455BF}" type="presOf" srcId="{BD8D1650-B1E4-4758-A145-904D1C7A745F}" destId="{4C21D44C-4B69-4742-9952-B19BD6D722C0}" srcOrd="0" destOrd="1" presId="urn:microsoft.com/office/officeart/2005/8/layout/chevron2"/>
    <dgm:cxn modelId="{268B61DB-0138-4CFA-ADFA-F2795B23F525}" type="presOf" srcId="{B4D30D8C-E00E-4A1C-9582-3BE15C17A106}" destId="{41FA9A91-345D-4331-9957-955EE758E3C2}" srcOrd="0" destOrd="0" presId="urn:microsoft.com/office/officeart/2005/8/layout/chevron2"/>
    <dgm:cxn modelId="{94DC98F1-D5D9-4F51-BAF4-C516A866F0F6}" type="presOf" srcId="{DD158BE7-65B2-409B-9CB7-823006E53350}" destId="{AD88E252-8DD7-46BE-977A-26156176CFA1}" srcOrd="0" destOrd="0" presId="urn:microsoft.com/office/officeart/2005/8/layout/chevron2"/>
    <dgm:cxn modelId="{C64DFAFA-02FD-468F-8EB7-EC56A074F7AE}" srcId="{F7441F48-EBE1-4001-BEAD-A3447F85947A}" destId="{DD158BE7-65B2-409B-9CB7-823006E53350}" srcOrd="0" destOrd="0" parTransId="{8CC12365-7C83-41BC-9C25-C26E36A074A9}" sibTransId="{FC96157F-2958-4B7D-AD7F-53EA8FB346FA}"/>
    <dgm:cxn modelId="{CDF7E3B7-78FC-4C1F-91BE-80B8ED1914BD}" srcId="{FF2C609D-CD0F-4202-A3A4-30E6112AC7E7}" destId="{B4D30D8C-E00E-4A1C-9582-3BE15C17A106}" srcOrd="3" destOrd="0" parTransId="{E0EEE5EF-384E-4D4B-BA23-8924FDECF66A}" sibTransId="{D2FC7CF1-055C-4615-94EB-02DCBAA3DA26}"/>
    <dgm:cxn modelId="{0BC5D5DF-2F37-4437-BF3A-9E9CA7359FA8}" srcId="{F7441F48-EBE1-4001-BEAD-A3447F85947A}" destId="{5401BBBF-CDA6-43D3-8DF9-DC8AEF260A2A}" srcOrd="1" destOrd="0" parTransId="{2A856B42-A010-47FC-B99F-638484BB5BA7}" sibTransId="{9375DA6A-A309-418A-AA06-9977F891ECC5}"/>
    <dgm:cxn modelId="{439DDB70-B8DA-4992-98E4-D0D7D8D5D06B}" srcId="{B4D30D8C-E00E-4A1C-9582-3BE15C17A106}" destId="{0E8544A8-216A-40E0-909D-E37DC9AC19BE}" srcOrd="0" destOrd="0" parTransId="{2242D77E-DB6F-4262-9900-60FD64F19C5B}" sibTransId="{D1AF5F08-2C9F-485F-9BE1-74505C82DD55}"/>
    <dgm:cxn modelId="{0D76E241-4003-4799-B409-5ED1172D7FC8}" type="presOf" srcId="{7ED6FEB7-8FD0-42BF-B206-6B93DAA826BD}" destId="{D6EBF1B0-86B1-46B6-876A-1FA632974B40}" srcOrd="0" destOrd="0" presId="urn:microsoft.com/office/officeart/2005/8/layout/chevron2"/>
    <dgm:cxn modelId="{75D70315-0662-42E5-A3BE-B664CF76C69E}" type="presOf" srcId="{AEFD2E4F-19DD-47DC-AC08-6B19AEB6A42C}" destId="{52F8EE9A-0E00-4322-9E44-69B04EC3D7DB}" srcOrd="0" destOrd="1" presId="urn:microsoft.com/office/officeart/2005/8/layout/chevron2"/>
    <dgm:cxn modelId="{A24AB8E9-AADC-44C4-9DDB-2D51E7A26995}" type="presOf" srcId="{5401BBBF-CDA6-43D3-8DF9-DC8AEF260A2A}" destId="{AD88E252-8DD7-46BE-977A-26156176CFA1}" srcOrd="0" destOrd="1" presId="urn:microsoft.com/office/officeart/2005/8/layout/chevron2"/>
    <dgm:cxn modelId="{7DDD6D95-BFE3-4B28-99BF-4AF558ED797E}" srcId="{FF2C609D-CD0F-4202-A3A4-30E6112AC7E7}" destId="{F7441F48-EBE1-4001-BEAD-A3447F85947A}" srcOrd="0" destOrd="0" parTransId="{079D01EB-A51E-48AD-8881-F0EA0FDA801D}" sibTransId="{8F4AFCCC-60EC-438C-9BE5-CA586D0868C3}"/>
    <dgm:cxn modelId="{5DAC0AEB-E87F-46A5-885B-B43BE3F7EEBB}" type="presOf" srcId="{98F8D772-0456-4FD9-93F5-EB54D053A4D7}" destId="{F701140A-607D-48AC-A323-7A441F5104CF}" srcOrd="0" destOrd="0" presId="urn:microsoft.com/office/officeart/2005/8/layout/chevron2"/>
    <dgm:cxn modelId="{5C2E9541-BAA2-4582-BCBA-849CF2733C6A}" srcId="{F6BB5CB3-E802-4DF5-8756-81D742339A87}" destId="{AEFD2E4F-19DD-47DC-AC08-6B19AEB6A42C}" srcOrd="1" destOrd="0" parTransId="{D72CAEA1-A3A3-491D-B7CE-62A5A3751DDB}" sibTransId="{3DCA199F-201D-495E-8AF9-A495E8E73813}"/>
    <dgm:cxn modelId="{1F4289CE-FA5F-4A2D-B13D-409E8109C2AF}" type="presOf" srcId="{FF2C609D-CD0F-4202-A3A4-30E6112AC7E7}" destId="{F7C13CEC-72C3-4B9F-8915-352526F399C8}" srcOrd="0" destOrd="0" presId="urn:microsoft.com/office/officeart/2005/8/layout/chevron2"/>
    <dgm:cxn modelId="{8E9378FF-5AB5-463E-BF1E-63FF2A137168}" type="presParOf" srcId="{F7C13CEC-72C3-4B9F-8915-352526F399C8}" destId="{829D93D1-A5D7-482D-AAA9-4AA0559EB4A4}" srcOrd="0" destOrd="0" presId="urn:microsoft.com/office/officeart/2005/8/layout/chevron2"/>
    <dgm:cxn modelId="{91E80667-6C6C-49A3-984A-293D02D61857}" type="presParOf" srcId="{829D93D1-A5D7-482D-AAA9-4AA0559EB4A4}" destId="{669A2EA7-FDAE-46E3-A18A-550C8A31BC40}" srcOrd="0" destOrd="0" presId="urn:microsoft.com/office/officeart/2005/8/layout/chevron2"/>
    <dgm:cxn modelId="{85E85031-3B0C-4E08-B8F5-8BFB589BB883}" type="presParOf" srcId="{829D93D1-A5D7-482D-AAA9-4AA0559EB4A4}" destId="{AD88E252-8DD7-46BE-977A-26156176CFA1}" srcOrd="1" destOrd="0" presId="urn:microsoft.com/office/officeart/2005/8/layout/chevron2"/>
    <dgm:cxn modelId="{2F577FB4-DFA1-4550-9365-0654DE4373A4}" type="presParOf" srcId="{F7C13CEC-72C3-4B9F-8915-352526F399C8}" destId="{8745CAC1-FC52-41F1-A4E1-F4F66B0C59FF}" srcOrd="1" destOrd="0" presId="urn:microsoft.com/office/officeart/2005/8/layout/chevron2"/>
    <dgm:cxn modelId="{D99F3EBF-93B5-43C9-92FC-F07106391D89}" type="presParOf" srcId="{F7C13CEC-72C3-4B9F-8915-352526F399C8}" destId="{B46F929F-622C-4DF4-B073-8E04B1247735}" srcOrd="2" destOrd="0" presId="urn:microsoft.com/office/officeart/2005/8/layout/chevron2"/>
    <dgm:cxn modelId="{CEC551AA-E191-4108-BF71-2B97BD726ED7}" type="presParOf" srcId="{B46F929F-622C-4DF4-B073-8E04B1247735}" destId="{49955030-3573-4CE9-87CD-650EE6377083}" srcOrd="0" destOrd="0" presId="urn:microsoft.com/office/officeart/2005/8/layout/chevron2"/>
    <dgm:cxn modelId="{F81EC795-71E5-4640-AAB7-483FC5E4A2A4}" type="presParOf" srcId="{B46F929F-622C-4DF4-B073-8E04B1247735}" destId="{52F8EE9A-0E00-4322-9E44-69B04EC3D7DB}" srcOrd="1" destOrd="0" presId="urn:microsoft.com/office/officeart/2005/8/layout/chevron2"/>
    <dgm:cxn modelId="{4681313E-B119-48E8-8BCC-AAAEE9AC5240}" type="presParOf" srcId="{F7C13CEC-72C3-4B9F-8915-352526F399C8}" destId="{BF58C28D-F622-44D9-B87E-96C214DC77A9}" srcOrd="3" destOrd="0" presId="urn:microsoft.com/office/officeart/2005/8/layout/chevron2"/>
    <dgm:cxn modelId="{886B8F52-813A-47AF-B335-6E5D9F635FD1}" type="presParOf" srcId="{F7C13CEC-72C3-4B9F-8915-352526F399C8}" destId="{CF2407FB-94B0-482C-A6C2-EE41A075EA32}" srcOrd="4" destOrd="0" presId="urn:microsoft.com/office/officeart/2005/8/layout/chevron2"/>
    <dgm:cxn modelId="{7445FE2F-00FA-46B3-A5B1-DD9F1097E75C}" type="presParOf" srcId="{CF2407FB-94B0-482C-A6C2-EE41A075EA32}" destId="{F701140A-607D-48AC-A323-7A441F5104CF}" srcOrd="0" destOrd="0" presId="urn:microsoft.com/office/officeart/2005/8/layout/chevron2"/>
    <dgm:cxn modelId="{3C611C0F-9DC7-4774-9914-ADD27DD07A78}" type="presParOf" srcId="{CF2407FB-94B0-482C-A6C2-EE41A075EA32}" destId="{D6EBF1B0-86B1-46B6-876A-1FA632974B40}" srcOrd="1" destOrd="0" presId="urn:microsoft.com/office/officeart/2005/8/layout/chevron2"/>
    <dgm:cxn modelId="{71B4AE8D-49DD-411A-86B8-CDD00D69EA6D}" type="presParOf" srcId="{F7C13CEC-72C3-4B9F-8915-352526F399C8}" destId="{681C3A27-20AB-4EE8-98DD-C7DC1F85E1BF}" srcOrd="5" destOrd="0" presId="urn:microsoft.com/office/officeart/2005/8/layout/chevron2"/>
    <dgm:cxn modelId="{09B5E24D-E042-488F-B2B1-6F9E86C359BA}" type="presParOf" srcId="{F7C13CEC-72C3-4B9F-8915-352526F399C8}" destId="{1B201429-ED7B-4FE9-B0DC-5DE290BF386B}" srcOrd="6" destOrd="0" presId="urn:microsoft.com/office/officeart/2005/8/layout/chevron2"/>
    <dgm:cxn modelId="{41E259F9-87D2-4DAB-B265-292F59136069}" type="presParOf" srcId="{1B201429-ED7B-4FE9-B0DC-5DE290BF386B}" destId="{41FA9A91-345D-4331-9957-955EE758E3C2}" srcOrd="0" destOrd="0" presId="urn:microsoft.com/office/officeart/2005/8/layout/chevron2"/>
    <dgm:cxn modelId="{2A52A391-68E1-4E40-8D6D-0FC91184EE28}" type="presParOf" srcId="{1B201429-ED7B-4FE9-B0DC-5DE290BF386B}" destId="{4C21D44C-4B69-4742-9952-B19BD6D722C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A2EA7-FDAE-46E3-A18A-550C8A31BC40}">
      <dsp:nvSpPr>
        <dsp:cNvPr id="0" name=""/>
        <dsp:cNvSpPr/>
      </dsp:nvSpPr>
      <dsp:spPr>
        <a:xfrm rot="5400000">
          <a:off x="-211335" y="215069"/>
          <a:ext cx="1408900" cy="98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700" kern="1200" dirty="0" smtClean="0"/>
            <a:t>1</a:t>
          </a:r>
          <a:endParaRPr lang="en-US" sz="2700" kern="1200" dirty="0"/>
        </a:p>
      </dsp:txBody>
      <dsp:txXfrm rot="-5400000">
        <a:off x="0" y="496849"/>
        <a:ext cx="986230" cy="422670"/>
      </dsp:txXfrm>
    </dsp:sp>
    <dsp:sp modelId="{AD88E252-8DD7-46BE-977A-26156176CFA1}">
      <dsp:nvSpPr>
        <dsp:cNvPr id="0" name=""/>
        <dsp:cNvSpPr/>
      </dsp:nvSpPr>
      <dsp:spPr>
        <a:xfrm rot="5400000">
          <a:off x="3943266" y="-2953301"/>
          <a:ext cx="915785" cy="6829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Latn-ME" sz="2300" b="1" kern="1200" dirty="0" smtClean="0"/>
            <a:t>Bira određeni broj</a:t>
          </a:r>
          <a:r>
            <a:rPr lang="en-US" sz="2300" b="1" kern="1200" dirty="0" smtClean="0"/>
            <a:t> K </a:t>
          </a:r>
          <a:r>
            <a:rPr lang="en-US" sz="2300" b="1" kern="1200" dirty="0" err="1" smtClean="0"/>
            <a:t>centara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err="1" smtClean="0"/>
            <a:t>Za</a:t>
          </a:r>
          <a:r>
            <a:rPr lang="en-US" sz="2300" kern="1200" dirty="0" smtClean="0"/>
            <a:t> EV </a:t>
          </a:r>
          <a:r>
            <a:rPr lang="en-US" sz="2300" kern="1200" dirty="0" err="1" smtClean="0"/>
            <a:t>punjače</a:t>
          </a:r>
          <a:r>
            <a:rPr lang="en-US" sz="2300" kern="1200" dirty="0" smtClean="0"/>
            <a:t>: </a:t>
          </a:r>
          <a:r>
            <a:rPr lang="en-US" sz="2300" kern="1200" dirty="0" err="1" smtClean="0"/>
            <a:t>odaber</a:t>
          </a:r>
          <a:r>
            <a:rPr lang="sr-Latn-ME" sz="2300" kern="1200" dirty="0" smtClean="0"/>
            <a:t>e</a:t>
          </a:r>
          <a:r>
            <a:rPr lang="en-US" sz="2300" kern="1200" dirty="0" smtClean="0"/>
            <a:t> 50 random </a:t>
          </a:r>
          <a:r>
            <a:rPr lang="en-US" sz="2300" kern="1200" dirty="0" err="1" smtClean="0"/>
            <a:t>tačaka</a:t>
          </a:r>
          <a:endParaRPr lang="en-US" sz="2300" kern="1200" dirty="0"/>
        </a:p>
      </dsp:txBody>
      <dsp:txXfrm rot="-5400000">
        <a:off x="986231" y="48439"/>
        <a:ext cx="6785152" cy="826375"/>
      </dsp:txXfrm>
    </dsp:sp>
    <dsp:sp modelId="{49955030-3573-4CE9-87CD-650EE6377083}">
      <dsp:nvSpPr>
        <dsp:cNvPr id="0" name=""/>
        <dsp:cNvSpPr/>
      </dsp:nvSpPr>
      <dsp:spPr>
        <a:xfrm rot="5400000">
          <a:off x="-211335" y="1479064"/>
          <a:ext cx="1408900" cy="98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700" kern="1200" dirty="0" smtClean="0"/>
            <a:t>2</a:t>
          </a:r>
          <a:endParaRPr lang="en-US" sz="2700" kern="1200" dirty="0"/>
        </a:p>
      </dsp:txBody>
      <dsp:txXfrm rot="-5400000">
        <a:off x="0" y="1760844"/>
        <a:ext cx="986230" cy="422670"/>
      </dsp:txXfrm>
    </dsp:sp>
    <dsp:sp modelId="{52F8EE9A-0E00-4322-9E44-69B04EC3D7DB}">
      <dsp:nvSpPr>
        <dsp:cNvPr id="0" name=""/>
        <dsp:cNvSpPr/>
      </dsp:nvSpPr>
      <dsp:spPr>
        <a:xfrm rot="5400000">
          <a:off x="3943266" y="-1689306"/>
          <a:ext cx="915785" cy="6829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err="1" smtClean="0"/>
            <a:t>Dodeli</a:t>
          </a:r>
          <a:r>
            <a:rPr lang="en-US" sz="2300" b="1" kern="1200" dirty="0" smtClean="0"/>
            <a:t> </a:t>
          </a:r>
          <a:r>
            <a:rPr lang="en-US" sz="2300" b="1" kern="1200" dirty="0" err="1" smtClean="0"/>
            <a:t>svaku</a:t>
          </a:r>
          <a:r>
            <a:rPr lang="en-US" sz="2300" b="1" kern="1200" dirty="0" smtClean="0"/>
            <a:t> </a:t>
          </a:r>
          <a:r>
            <a:rPr lang="en-US" sz="2300" b="1" kern="1200" dirty="0" err="1" smtClean="0"/>
            <a:t>tačku</a:t>
          </a:r>
          <a:r>
            <a:rPr lang="en-US" sz="2300" b="1" kern="1200" dirty="0" smtClean="0"/>
            <a:t> NAJBLIŽEM </a:t>
          </a:r>
          <a:r>
            <a:rPr lang="en-US" sz="2300" b="1" kern="1200" dirty="0" err="1" smtClean="0"/>
            <a:t>centru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err="1" smtClean="0"/>
            <a:t>Svaki</a:t>
          </a:r>
          <a:r>
            <a:rPr lang="en-US" sz="2300" kern="1200" dirty="0" smtClean="0"/>
            <a:t> grad </a:t>
          </a:r>
          <a:r>
            <a:rPr lang="en-US" sz="2300" kern="1200" dirty="0" err="1" smtClean="0"/>
            <a:t>njegovom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najbližem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punjač</a:t>
          </a:r>
          <a:r>
            <a:rPr lang="sr-Latn-ME" sz="2300" kern="1200" dirty="0" smtClean="0"/>
            <a:t>u</a:t>
          </a:r>
          <a:endParaRPr lang="en-US" sz="2300" kern="1200" dirty="0"/>
        </a:p>
      </dsp:txBody>
      <dsp:txXfrm rot="-5400000">
        <a:off x="986231" y="1312434"/>
        <a:ext cx="6785152" cy="826375"/>
      </dsp:txXfrm>
    </dsp:sp>
    <dsp:sp modelId="{F701140A-607D-48AC-A323-7A441F5104CF}">
      <dsp:nvSpPr>
        <dsp:cNvPr id="0" name=""/>
        <dsp:cNvSpPr/>
      </dsp:nvSpPr>
      <dsp:spPr>
        <a:xfrm rot="5400000">
          <a:off x="-211335" y="2743060"/>
          <a:ext cx="1408900" cy="98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700" kern="1200" dirty="0" smtClean="0"/>
            <a:t>3</a:t>
          </a:r>
          <a:endParaRPr lang="en-US" sz="2700" kern="1200" dirty="0"/>
        </a:p>
      </dsp:txBody>
      <dsp:txXfrm rot="-5400000">
        <a:off x="0" y="3024840"/>
        <a:ext cx="986230" cy="422670"/>
      </dsp:txXfrm>
    </dsp:sp>
    <dsp:sp modelId="{D6EBF1B0-86B1-46B6-876A-1FA632974B40}">
      <dsp:nvSpPr>
        <dsp:cNvPr id="0" name=""/>
        <dsp:cNvSpPr/>
      </dsp:nvSpPr>
      <dsp:spPr>
        <a:xfrm rot="5400000">
          <a:off x="3943266" y="-425310"/>
          <a:ext cx="915785" cy="6829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smtClean="0"/>
            <a:t>P</a:t>
          </a:r>
          <a:r>
            <a:rPr lang="sr-Latn-ME" sz="2300" b="1" kern="1200" dirty="0" smtClean="0"/>
            <a:t>re</a:t>
          </a:r>
          <a:r>
            <a:rPr lang="en-US" sz="2300" b="1" kern="1200" dirty="0" err="1" smtClean="0"/>
            <a:t>mjesti</a:t>
          </a:r>
          <a:r>
            <a:rPr lang="en-US" sz="2300" b="1" kern="1200" dirty="0" smtClean="0"/>
            <a:t> </a:t>
          </a:r>
          <a:r>
            <a:rPr lang="en-US" sz="2300" b="1" kern="1200" dirty="0" err="1" smtClean="0"/>
            <a:t>centar</a:t>
          </a:r>
          <a:r>
            <a:rPr lang="en-US" sz="2300" b="1" kern="1200" dirty="0" smtClean="0"/>
            <a:t> u SREDIŠTE </a:t>
          </a:r>
          <a:r>
            <a:rPr lang="en-US" sz="2300" b="1" kern="1200" dirty="0" err="1" smtClean="0"/>
            <a:t>svoje</a:t>
          </a:r>
          <a:r>
            <a:rPr lang="en-US" sz="2300" b="1" kern="1200" dirty="0" smtClean="0"/>
            <a:t> </a:t>
          </a:r>
          <a:r>
            <a:rPr lang="en-US" sz="2300" b="1" kern="1200" dirty="0" err="1" smtClean="0"/>
            <a:t>grupe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Novi </a:t>
          </a:r>
          <a:r>
            <a:rPr lang="en-US" sz="2300" kern="1200" dirty="0" err="1" smtClean="0"/>
            <a:t>centar</a:t>
          </a:r>
          <a:r>
            <a:rPr lang="en-US" sz="2300" kern="1200" dirty="0" smtClean="0"/>
            <a:t> = </a:t>
          </a:r>
          <a:r>
            <a:rPr lang="en-US" sz="2300" kern="1200" dirty="0" err="1" smtClean="0"/>
            <a:t>prosjek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lokacija</a:t>
          </a:r>
          <a:r>
            <a:rPr lang="en-US" sz="2300" kern="1200" dirty="0" smtClean="0"/>
            <a:t> u </a:t>
          </a:r>
          <a:r>
            <a:rPr lang="en-US" sz="2300" kern="1200" dirty="0" err="1" smtClean="0"/>
            <a:t>grupi</a:t>
          </a:r>
          <a:endParaRPr lang="en-US" sz="2300" kern="1200" dirty="0"/>
        </a:p>
      </dsp:txBody>
      <dsp:txXfrm rot="-5400000">
        <a:off x="986231" y="2576430"/>
        <a:ext cx="6785152" cy="826375"/>
      </dsp:txXfrm>
    </dsp:sp>
    <dsp:sp modelId="{41FA9A91-345D-4331-9957-955EE758E3C2}">
      <dsp:nvSpPr>
        <dsp:cNvPr id="0" name=""/>
        <dsp:cNvSpPr/>
      </dsp:nvSpPr>
      <dsp:spPr>
        <a:xfrm rot="5400000">
          <a:off x="-211335" y="4007055"/>
          <a:ext cx="1408900" cy="98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700" kern="1200" dirty="0" smtClean="0"/>
            <a:t>4</a:t>
          </a:r>
          <a:endParaRPr lang="en-US" sz="2700" kern="1200" dirty="0"/>
        </a:p>
      </dsp:txBody>
      <dsp:txXfrm rot="-5400000">
        <a:off x="0" y="4288835"/>
        <a:ext cx="986230" cy="422670"/>
      </dsp:txXfrm>
    </dsp:sp>
    <dsp:sp modelId="{4C21D44C-4B69-4742-9952-B19BD6D722C0}">
      <dsp:nvSpPr>
        <dsp:cNvPr id="0" name=""/>
        <dsp:cNvSpPr/>
      </dsp:nvSpPr>
      <dsp:spPr>
        <a:xfrm rot="5400000">
          <a:off x="3943266" y="838684"/>
          <a:ext cx="915785" cy="6829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smtClean="0"/>
            <a:t>PONOVI </a:t>
          </a:r>
          <a:r>
            <a:rPr lang="en-US" sz="2300" b="1" kern="1200" dirty="0" err="1" smtClean="0"/>
            <a:t>dok</a:t>
          </a:r>
          <a:r>
            <a:rPr lang="en-US" sz="2300" b="1" kern="1200" dirty="0" smtClean="0"/>
            <a:t> se </a:t>
          </a:r>
          <a:r>
            <a:rPr lang="en-US" sz="2300" b="1" kern="1200" dirty="0" err="1" smtClean="0"/>
            <a:t>centri</a:t>
          </a:r>
          <a:r>
            <a:rPr lang="en-US" sz="2300" b="1" kern="1200" dirty="0" smtClean="0"/>
            <a:t> ne </a:t>
          </a:r>
          <a:r>
            <a:rPr lang="en-US" sz="2300" b="1" kern="1200" dirty="0" err="1" smtClean="0"/>
            <a:t>pomjere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err="1" smtClean="0"/>
            <a:t>Kada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su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stabilni</a:t>
          </a:r>
          <a:r>
            <a:rPr lang="en-US" sz="2300" kern="1200" dirty="0" smtClean="0"/>
            <a:t> → KONVERGENCIJA!</a:t>
          </a:r>
          <a:endParaRPr lang="en-US" sz="2300" kern="1200" dirty="0"/>
        </a:p>
      </dsp:txBody>
      <dsp:txXfrm rot="-5400000">
        <a:off x="986231" y="3840425"/>
        <a:ext cx="6785152" cy="82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2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6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9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6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7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0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2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34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5417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20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87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00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40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0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CC6F8-F842-4A47-B7EF-7DB2114F351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9846E-9F8D-4C7F-9D88-62039809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8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 smtClean="0"/>
              <a:t>Upotreba mašinskog učenja u EVCS projektu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r-Latn-ME" sz="2800" dirty="0" smtClean="0"/>
              <a:t>K-Means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098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76" y="133437"/>
            <a:ext cx="8610600" cy="1293028"/>
          </a:xfrm>
        </p:spPr>
        <p:txBody>
          <a:bodyPr/>
          <a:lstStyle/>
          <a:p>
            <a:r>
              <a:rPr lang="sr-Latn-ME" dirty="0" smtClean="0"/>
              <a:t>K-Means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7128" y="1426465"/>
            <a:ext cx="10820400" cy="4024125"/>
          </a:xfrm>
        </p:spPr>
        <p:txBody>
          <a:bodyPr/>
          <a:lstStyle/>
          <a:p>
            <a:r>
              <a:rPr lang="en-US" sz="2800" b="1" dirty="0" err="1"/>
              <a:t>Algoritam</a:t>
            </a:r>
            <a:r>
              <a:rPr lang="en-US" sz="2800" b="1" dirty="0"/>
              <a:t> </a:t>
            </a:r>
            <a:r>
              <a:rPr lang="en-US" sz="2800" b="1" dirty="0" err="1"/>
              <a:t>koji</a:t>
            </a:r>
            <a:r>
              <a:rPr lang="en-US" sz="2800" b="1" dirty="0"/>
              <a:t> </a:t>
            </a:r>
            <a:r>
              <a:rPr lang="en-US" sz="2800" b="1" dirty="0" err="1" smtClean="0"/>
              <a:t>grup</a:t>
            </a:r>
            <a:r>
              <a:rPr lang="sr-Latn-ME" sz="2800" b="1" dirty="0" smtClean="0"/>
              <a:t>iše</a:t>
            </a:r>
            <a:r>
              <a:rPr lang="en-US" sz="2800" b="1" dirty="0" smtClean="0"/>
              <a:t> </a:t>
            </a:r>
            <a:r>
              <a:rPr lang="en-US" sz="2800" b="1" dirty="0" err="1"/>
              <a:t>podatke</a:t>
            </a:r>
            <a:r>
              <a:rPr lang="en-US" sz="2800" b="1" dirty="0"/>
              <a:t> u K </a:t>
            </a:r>
            <a:r>
              <a:rPr lang="en-US" sz="2800" b="1" dirty="0" err="1"/>
              <a:t>grupa</a:t>
            </a:r>
            <a:r>
              <a:rPr lang="en-US" sz="2800" b="1" dirty="0"/>
              <a:t> </a:t>
            </a:r>
            <a:r>
              <a:rPr lang="en-US" sz="2800" b="1" dirty="0" err="1"/>
              <a:t>tako</a:t>
            </a:r>
            <a:r>
              <a:rPr lang="en-US" sz="2800" b="1" dirty="0"/>
              <a:t> da:</a:t>
            </a:r>
            <a:endParaRPr lang="en-US" sz="2800" dirty="0"/>
          </a:p>
          <a:p>
            <a:pPr lvl="1"/>
            <a:r>
              <a:rPr lang="en-US" sz="2800" dirty="0" err="1"/>
              <a:t>Tačke</a:t>
            </a:r>
            <a:r>
              <a:rPr lang="en-US" sz="2800" dirty="0"/>
              <a:t> UNUTAR </a:t>
            </a:r>
            <a:r>
              <a:rPr lang="en-US" sz="2800" dirty="0" err="1"/>
              <a:t>grupe</a:t>
            </a:r>
            <a:r>
              <a:rPr lang="en-US" sz="2800" dirty="0"/>
              <a:t> </a:t>
            </a:r>
            <a:r>
              <a:rPr lang="en-US" sz="2800" dirty="0" err="1"/>
              <a:t>budu</a:t>
            </a:r>
            <a:r>
              <a:rPr lang="en-US" sz="2800" dirty="0"/>
              <a:t> </a:t>
            </a:r>
            <a:r>
              <a:rPr lang="en-US" sz="2800" dirty="0" err="1"/>
              <a:t>što</a:t>
            </a:r>
            <a:r>
              <a:rPr lang="en-US" sz="2800" dirty="0"/>
              <a:t> </a:t>
            </a:r>
            <a:r>
              <a:rPr lang="en-US" sz="2800" dirty="0" err="1"/>
              <a:t>bliže</a:t>
            </a:r>
            <a:endParaRPr lang="en-US" sz="2800" dirty="0"/>
          </a:p>
          <a:p>
            <a:pPr lvl="1"/>
            <a:r>
              <a:rPr lang="en-US" sz="2800" dirty="0" err="1"/>
              <a:t>Grupe</a:t>
            </a:r>
            <a:r>
              <a:rPr lang="en-US" sz="2800" dirty="0"/>
              <a:t> </a:t>
            </a:r>
            <a:r>
              <a:rPr lang="en-US" sz="2800" dirty="0" err="1"/>
              <a:t>međusobno</a:t>
            </a:r>
            <a:r>
              <a:rPr lang="en-US" sz="2800" dirty="0"/>
              <a:t> </a:t>
            </a:r>
            <a:r>
              <a:rPr lang="en-US" sz="2800" dirty="0" err="1"/>
              <a:t>budu</a:t>
            </a:r>
            <a:r>
              <a:rPr lang="en-US" sz="2800" dirty="0"/>
              <a:t> </a:t>
            </a:r>
            <a:r>
              <a:rPr lang="en-US" sz="2800" dirty="0" err="1"/>
              <a:t>što</a:t>
            </a:r>
            <a:r>
              <a:rPr lang="en-US" sz="2800" dirty="0"/>
              <a:t> </a:t>
            </a:r>
            <a:r>
              <a:rPr lang="en-US" sz="2800" dirty="0" err="1"/>
              <a:t>dalje</a:t>
            </a:r>
            <a:endParaRPr lang="en-US" sz="28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0" y="3079290"/>
            <a:ext cx="6925056" cy="34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6456" y="316317"/>
            <a:ext cx="8610600" cy="1293028"/>
          </a:xfrm>
        </p:spPr>
        <p:txBody>
          <a:bodyPr/>
          <a:lstStyle/>
          <a:p>
            <a:r>
              <a:rPr lang="sr-Latn-ME" dirty="0" smtClean="0"/>
              <a:t>Upotreba u 4 koraka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845898758"/>
              </p:ext>
            </p:extLst>
          </p:nvPr>
        </p:nvGraphicFramePr>
        <p:xfrm>
          <a:off x="2361184" y="1453896"/>
          <a:ext cx="7816088" cy="5208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90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7312" y="599781"/>
            <a:ext cx="8610600" cy="1293028"/>
          </a:xfrm>
        </p:spPr>
        <p:txBody>
          <a:bodyPr/>
          <a:lstStyle/>
          <a:p>
            <a:r>
              <a:rPr lang="sr-Latn-ME" dirty="0" smtClean="0"/>
              <a:t>Poređenje sa običnim GA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140404"/>
              </p:ext>
            </p:extLst>
          </p:nvPr>
        </p:nvGraphicFramePr>
        <p:xfrm>
          <a:off x="1014984" y="2212850"/>
          <a:ext cx="9985248" cy="4105654"/>
        </p:xfrm>
        <a:graphic>
          <a:graphicData uri="http://schemas.openxmlformats.org/drawingml/2006/table">
            <a:tbl>
              <a:tblPr/>
              <a:tblGrid>
                <a:gridCol w="3328416"/>
                <a:gridCol w="3328416"/>
                <a:gridCol w="3328416"/>
              </a:tblGrid>
              <a:tr h="714027">
                <a:tc>
                  <a:txBody>
                    <a:bodyPr/>
                    <a:lstStyle/>
                    <a:p>
                      <a:pPr fontAlgn="t"/>
                      <a:r>
                        <a:rPr lang="en-US" b="1" dirty="0" err="1">
                          <a:solidFill>
                            <a:srgbClr val="38BDF8"/>
                          </a:solidFill>
                          <a:effectLst/>
                        </a:rPr>
                        <a:t>Metrika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r-Latn-ME" b="1" dirty="0" smtClean="0">
                          <a:solidFill>
                            <a:srgbClr val="38BDF8"/>
                          </a:solidFill>
                          <a:effectLst/>
                        </a:rPr>
                        <a:t>GA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rgbClr val="38BDF8"/>
                          </a:solidFill>
                          <a:effectLst/>
                        </a:rPr>
                        <a:t>K-Means</a:t>
                      </a:r>
                      <a:endParaRPr lang="en-US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14027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Broj lokacija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~625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50 (optimalno)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9546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Pokrivenost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Samo između gradova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+ Magistrale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027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CPU vrijeme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r-Latn-ME" dirty="0" smtClean="0">
                          <a:effectLst/>
                        </a:rPr>
                        <a:t>Sporije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r-Latn-ME" dirty="0" smtClean="0">
                          <a:solidFill>
                            <a:srgbClr val="FF0000"/>
                          </a:solidFill>
                          <a:effectLst/>
                        </a:rPr>
                        <a:t>Brže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027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Fitness score</a:t>
                      </a: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~55</a:t>
                      </a:r>
                      <a:r>
                        <a:rPr lang="sr-Latn-ME" dirty="0" smtClean="0">
                          <a:effectLst/>
                        </a:rPr>
                        <a:t>0-600 nakon više generacija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r-Latn-ME" dirty="0" smtClean="0">
                          <a:solidFill>
                            <a:srgbClr val="FF0000"/>
                          </a:solidFill>
                          <a:effectLst/>
                        </a:rPr>
                        <a:t>+10-20%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32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Integracija sa stvarnim podacima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459736"/>
            <a:ext cx="10820400" cy="4024125"/>
          </a:xfrm>
        </p:spPr>
        <p:txBody>
          <a:bodyPr>
            <a:normAutofit/>
          </a:bodyPr>
          <a:lstStyle/>
          <a:p>
            <a:r>
              <a:rPr lang="en-US" sz="3200" dirty="0" err="1"/>
              <a:t>OpenStreetMap</a:t>
            </a:r>
            <a:r>
              <a:rPr lang="en-US" sz="3200" dirty="0"/>
              <a:t> - </a:t>
            </a:r>
            <a:r>
              <a:rPr lang="en-US" sz="3200" dirty="0" err="1" smtClean="0"/>
              <a:t>sv</a:t>
            </a:r>
            <a:r>
              <a:rPr lang="sr-Latn-ME" sz="3200" dirty="0" smtClean="0"/>
              <a:t>i putevi</a:t>
            </a:r>
            <a:r>
              <a:rPr lang="en-US" sz="3200" dirty="0" smtClean="0"/>
              <a:t> </a:t>
            </a:r>
            <a:r>
              <a:rPr lang="en-US" sz="3200" dirty="0" err="1"/>
              <a:t>Crne</a:t>
            </a:r>
            <a:r>
              <a:rPr lang="en-US" sz="3200" dirty="0"/>
              <a:t> </a:t>
            </a:r>
            <a:r>
              <a:rPr lang="en-US" sz="3200" dirty="0" smtClean="0"/>
              <a:t>Gore</a:t>
            </a:r>
            <a:endParaRPr lang="en-US" sz="3200" dirty="0"/>
          </a:p>
          <a:p>
            <a:r>
              <a:rPr lang="en-US" sz="3200" dirty="0"/>
              <a:t>GPS </a:t>
            </a:r>
            <a:r>
              <a:rPr lang="en-US" sz="3200" dirty="0" err="1"/>
              <a:t>tačke</a:t>
            </a:r>
            <a:r>
              <a:rPr lang="en-US" sz="3200" dirty="0"/>
              <a:t> </a:t>
            </a:r>
            <a:r>
              <a:rPr lang="en-US" sz="3200" dirty="0" err="1"/>
              <a:t>magistrala</a:t>
            </a:r>
            <a:r>
              <a:rPr lang="en-US" sz="3200" dirty="0"/>
              <a:t> (M1.1, M6, M18...)</a:t>
            </a:r>
          </a:p>
          <a:p>
            <a:r>
              <a:rPr lang="en-US" sz="3200" dirty="0" err="1"/>
              <a:t>Težina</a:t>
            </a:r>
            <a:r>
              <a:rPr lang="en-US" sz="3200" dirty="0"/>
              <a:t> puta (</a:t>
            </a:r>
            <a:r>
              <a:rPr lang="en-US" sz="3200" dirty="0" err="1"/>
              <a:t>dužina</a:t>
            </a:r>
            <a:r>
              <a:rPr lang="en-US" sz="3200" dirty="0"/>
              <a:t> × </a:t>
            </a:r>
            <a:r>
              <a:rPr lang="en-US" sz="3200" dirty="0" err="1"/>
              <a:t>broj</a:t>
            </a:r>
            <a:r>
              <a:rPr lang="en-US" sz="3200" dirty="0"/>
              <a:t> </a:t>
            </a:r>
            <a:r>
              <a:rPr lang="en-US" sz="3200" dirty="0" err="1"/>
              <a:t>traka</a:t>
            </a:r>
            <a:r>
              <a:rPr lang="en-US" sz="3200" dirty="0"/>
              <a:t>)</a:t>
            </a:r>
          </a:p>
          <a:p>
            <a:r>
              <a:rPr lang="en-US" sz="3200" dirty="0"/>
              <a:t>K-Means </a:t>
            </a:r>
            <a:r>
              <a:rPr lang="en-US" sz="3200" dirty="0" err="1"/>
              <a:t>konvergira</a:t>
            </a:r>
            <a:r>
              <a:rPr lang="en-US" sz="3200" dirty="0"/>
              <a:t> </a:t>
            </a:r>
            <a:r>
              <a:rPr lang="sr-Latn-ME" sz="3200" dirty="0" smtClean="0"/>
              <a:t>duž puteva</a:t>
            </a:r>
          </a:p>
          <a:p>
            <a:endParaRPr lang="sr-Latn-ME" sz="3200" dirty="0"/>
          </a:p>
          <a:p>
            <a:endParaRPr lang="sr-Latn-ME" sz="3200" dirty="0" smtClean="0"/>
          </a:p>
          <a:p>
            <a:pPr marL="0" indent="0">
              <a:buNone/>
            </a:pPr>
            <a:r>
              <a:rPr lang="sr-Latn-ME" sz="3200" dirty="0" smtClean="0"/>
              <a:t>Potencijalna idealna implementacija GA+KMeans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723171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1700</TotalTime>
  <Words>131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Upotreba mašinskog učenja u EVCS projektu</vt:lpstr>
      <vt:lpstr>K-Means</vt:lpstr>
      <vt:lpstr>Upotreba u 4 koraka</vt:lpstr>
      <vt:lpstr>Poređenje sa običnim GA</vt:lpstr>
      <vt:lpstr>Integracija sa stvarnim podacima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Upotreba mašinskog učenja u EVCS projektu</dc:title>
  <dc:creator>Microsoft account</dc:creator>
  <cp:lastModifiedBy>Microsoft account</cp:lastModifiedBy>
  <cp:revision>5</cp:revision>
  <dcterms:created xsi:type="dcterms:W3CDTF">2025-12-29T12:31:38Z</dcterms:created>
  <dcterms:modified xsi:type="dcterms:W3CDTF">2025-12-30T17:25:19Z</dcterms:modified>
</cp:coreProperties>
</file>