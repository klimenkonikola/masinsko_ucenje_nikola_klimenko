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1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A38"/>
    <a:srgbClr val="0D1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94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076281-E656-485A-8033-364F0DE39C04}" type="doc">
      <dgm:prSet loTypeId="urn:microsoft.com/office/officeart/2005/8/layout/process1" loCatId="process" qsTypeId="urn:microsoft.com/office/officeart/2005/8/quickstyle/simple2" qsCatId="simple" csTypeId="urn:microsoft.com/office/officeart/2005/8/colors/accent5_5" csCatId="accent5" phldr="1"/>
      <dgm:spPr/>
      <dgm:t>
        <a:bodyPr/>
        <a:lstStyle/>
        <a:p>
          <a:endParaRPr lang="en-US"/>
        </a:p>
      </dgm:t>
    </dgm:pt>
    <dgm:pt modelId="{05115B44-26E7-4ABC-ACA5-6BB645A7E1D2}">
      <dgm:prSet phldrT="[Text]"/>
      <dgm:spPr/>
      <dgm:t>
        <a:bodyPr/>
        <a:lstStyle/>
        <a:p>
          <a:r>
            <a:rPr lang="en-US" dirty="0" err="1" smtClean="0">
              <a:solidFill>
                <a:schemeClr val="bg1"/>
              </a:solidFill>
            </a:rPr>
            <a:t>Loše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planirana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mreža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punjenja</a:t>
          </a:r>
          <a:r>
            <a:rPr lang="en-US" dirty="0" smtClean="0">
              <a:solidFill>
                <a:schemeClr val="bg1"/>
              </a:solidFill>
            </a:rPr>
            <a:t> </a:t>
          </a:r>
          <a:endParaRPr lang="en-US" dirty="0"/>
        </a:p>
      </dgm:t>
    </dgm:pt>
    <dgm:pt modelId="{D1BD2347-B1A6-44A0-835C-6E2F6FFF35F6}" type="parTrans" cxnId="{3B7D61AF-8B07-4D3B-834E-2E14EE8E7B32}">
      <dgm:prSet/>
      <dgm:spPr/>
      <dgm:t>
        <a:bodyPr/>
        <a:lstStyle/>
        <a:p>
          <a:endParaRPr lang="en-US"/>
        </a:p>
      </dgm:t>
    </dgm:pt>
    <dgm:pt modelId="{9CCD3CED-E708-48B9-B3FC-41E302F9DAF0}" type="sibTrans" cxnId="{3B7D61AF-8B07-4D3B-834E-2E14EE8E7B32}">
      <dgm:prSet/>
      <dgm:spPr/>
      <dgm:t>
        <a:bodyPr/>
        <a:lstStyle/>
        <a:p>
          <a:endParaRPr lang="en-US"/>
        </a:p>
      </dgm:t>
    </dgm:pt>
    <dgm:pt modelId="{EDA5823E-41AF-4C00-A1C6-B3841F6F84B7}">
      <dgm:prSet phldrT="[Text]"/>
      <dgm:spPr/>
      <dgm:t>
        <a:bodyPr/>
        <a:lstStyle/>
        <a:p>
          <a:r>
            <a:rPr lang="sr-Latn-ME" dirty="0" smtClean="0">
              <a:solidFill>
                <a:schemeClr val="bg1"/>
              </a:solidFill>
            </a:rPr>
            <a:t>P</a:t>
          </a:r>
          <a:r>
            <a:rPr lang="en-US" dirty="0" err="1" smtClean="0">
              <a:solidFill>
                <a:schemeClr val="bg1"/>
              </a:solidFill>
            </a:rPr>
            <a:t>roblemi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sa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mrežom</a:t>
          </a:r>
          <a:r>
            <a:rPr lang="en-US" dirty="0" smtClean="0">
              <a:solidFill>
                <a:schemeClr val="bg1"/>
              </a:solidFill>
            </a:rPr>
            <a:t> </a:t>
          </a:r>
          <a:endParaRPr lang="en-US" dirty="0"/>
        </a:p>
      </dgm:t>
    </dgm:pt>
    <dgm:pt modelId="{977DAAF1-AE36-4FED-9073-0E6C4E851F19}" type="parTrans" cxnId="{382A0CD9-8AE5-47E3-90C2-8D189B4312B2}">
      <dgm:prSet/>
      <dgm:spPr/>
      <dgm:t>
        <a:bodyPr/>
        <a:lstStyle/>
        <a:p>
          <a:endParaRPr lang="en-US"/>
        </a:p>
      </dgm:t>
    </dgm:pt>
    <dgm:pt modelId="{255C7AD2-BC64-40CB-BC88-FA9502376185}" type="sibTrans" cxnId="{382A0CD9-8AE5-47E3-90C2-8D189B4312B2}">
      <dgm:prSet/>
      <dgm:spPr/>
      <dgm:t>
        <a:bodyPr/>
        <a:lstStyle/>
        <a:p>
          <a:endParaRPr lang="en-US"/>
        </a:p>
      </dgm:t>
    </dgm:pt>
    <dgm:pt modelId="{B5719585-AC4F-47FC-8DC8-F1C174D61934}">
      <dgm:prSet phldrT="[Text]"/>
      <dgm:spPr/>
      <dgm:t>
        <a:bodyPr/>
        <a:lstStyle/>
        <a:p>
          <a:r>
            <a:rPr lang="sr-Latn-ME" dirty="0" smtClean="0">
              <a:solidFill>
                <a:schemeClr val="bg1"/>
              </a:solidFill>
            </a:rPr>
            <a:t>Z</a:t>
          </a:r>
          <a:r>
            <a:rPr lang="en-US" dirty="0" err="1" smtClean="0">
              <a:solidFill>
                <a:schemeClr val="bg1"/>
              </a:solidFill>
            </a:rPr>
            <a:t>agušenja</a:t>
          </a:r>
          <a:endParaRPr lang="en-US" dirty="0"/>
        </a:p>
      </dgm:t>
    </dgm:pt>
    <dgm:pt modelId="{2A394DB7-B2EF-4ABF-A49E-332C9A3723A2}" type="parTrans" cxnId="{478D1809-E064-4DBE-904D-75C48A9AB2F5}">
      <dgm:prSet/>
      <dgm:spPr/>
      <dgm:t>
        <a:bodyPr/>
        <a:lstStyle/>
        <a:p>
          <a:endParaRPr lang="en-US"/>
        </a:p>
      </dgm:t>
    </dgm:pt>
    <dgm:pt modelId="{40CB7F0A-9159-48AE-9E63-87F468726C07}" type="sibTrans" cxnId="{478D1809-E064-4DBE-904D-75C48A9AB2F5}">
      <dgm:prSet/>
      <dgm:spPr/>
      <dgm:t>
        <a:bodyPr/>
        <a:lstStyle/>
        <a:p>
          <a:endParaRPr lang="en-US"/>
        </a:p>
      </dgm:t>
    </dgm:pt>
    <dgm:pt modelId="{5B8240F8-493D-4603-BA90-5AAF8EFC2D83}">
      <dgm:prSet/>
      <dgm:spPr/>
      <dgm:t>
        <a:bodyPr/>
        <a:lstStyle/>
        <a:p>
          <a:r>
            <a:rPr lang="sr-Latn-ME" dirty="0" smtClean="0">
              <a:solidFill>
                <a:schemeClr val="bg1"/>
              </a:solidFill>
            </a:rPr>
            <a:t>N</a:t>
          </a:r>
          <a:r>
            <a:rPr lang="en-US" dirty="0" err="1" smtClean="0">
              <a:solidFill>
                <a:schemeClr val="bg1"/>
              </a:solidFill>
            </a:rPr>
            <a:t>ezadovoljni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vozači</a:t>
          </a:r>
          <a:endParaRPr lang="en-US" dirty="0"/>
        </a:p>
      </dgm:t>
    </dgm:pt>
    <dgm:pt modelId="{7EDD4076-E669-4A42-86F9-BCF8099B47E3}" type="parTrans" cxnId="{94073743-8C06-4135-B651-C3D5B1A1A056}">
      <dgm:prSet/>
      <dgm:spPr/>
      <dgm:t>
        <a:bodyPr/>
        <a:lstStyle/>
        <a:p>
          <a:endParaRPr lang="en-US"/>
        </a:p>
      </dgm:t>
    </dgm:pt>
    <dgm:pt modelId="{4D344C63-C7AD-4F63-B4F0-CC48C5B08EFB}" type="sibTrans" cxnId="{94073743-8C06-4135-B651-C3D5B1A1A056}">
      <dgm:prSet/>
      <dgm:spPr/>
      <dgm:t>
        <a:bodyPr/>
        <a:lstStyle/>
        <a:p>
          <a:endParaRPr lang="en-US"/>
        </a:p>
      </dgm:t>
    </dgm:pt>
    <dgm:pt modelId="{8E0F8A86-EE1B-4466-8C83-BE593AAD49E4}" type="pres">
      <dgm:prSet presAssocID="{94076281-E656-485A-8033-364F0DE39C0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72933BF-6947-432A-8D98-C0F777AD8796}" type="pres">
      <dgm:prSet presAssocID="{05115B44-26E7-4ABC-ACA5-6BB645A7E1D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F09838-0397-4516-99EE-8D4C72250047}" type="pres">
      <dgm:prSet presAssocID="{9CCD3CED-E708-48B9-B3FC-41E302F9DAF0}" presName="sibTrans" presStyleLbl="sibTrans2D1" presStyleIdx="0" presStyleCnt="3"/>
      <dgm:spPr/>
      <dgm:t>
        <a:bodyPr/>
        <a:lstStyle/>
        <a:p>
          <a:endParaRPr lang="en-US"/>
        </a:p>
      </dgm:t>
    </dgm:pt>
    <dgm:pt modelId="{0A4BFFCC-A6D5-4A38-B2CE-79FFE7C90769}" type="pres">
      <dgm:prSet presAssocID="{9CCD3CED-E708-48B9-B3FC-41E302F9DAF0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8F4EE7FC-ABF6-4183-BC6C-EFCC6964FE49}" type="pres">
      <dgm:prSet presAssocID="{EDA5823E-41AF-4C00-A1C6-B3841F6F84B7}" presName="node" presStyleLbl="node1" presStyleIdx="1" presStyleCnt="4" custScaleX="992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5C0193-55D6-4A87-BB10-1EABF2C3D87E}" type="pres">
      <dgm:prSet presAssocID="{255C7AD2-BC64-40CB-BC88-FA9502376185}" presName="sibTrans" presStyleLbl="sibTrans2D1" presStyleIdx="1" presStyleCnt="3"/>
      <dgm:spPr/>
      <dgm:t>
        <a:bodyPr/>
        <a:lstStyle/>
        <a:p>
          <a:endParaRPr lang="en-US"/>
        </a:p>
      </dgm:t>
    </dgm:pt>
    <dgm:pt modelId="{8E8F98E3-57F8-4B96-9E87-1FEBF018118E}" type="pres">
      <dgm:prSet presAssocID="{255C7AD2-BC64-40CB-BC88-FA9502376185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AA741158-C72C-4B06-94B1-0893D55C1061}" type="pres">
      <dgm:prSet presAssocID="{B5719585-AC4F-47FC-8DC8-F1C174D6193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ECE578-A94B-4D19-86CA-8D0590067414}" type="pres">
      <dgm:prSet presAssocID="{40CB7F0A-9159-48AE-9E63-87F468726C07}" presName="sibTrans" presStyleLbl="sibTrans2D1" presStyleIdx="2" presStyleCnt="3"/>
      <dgm:spPr/>
      <dgm:t>
        <a:bodyPr/>
        <a:lstStyle/>
        <a:p>
          <a:endParaRPr lang="en-US"/>
        </a:p>
      </dgm:t>
    </dgm:pt>
    <dgm:pt modelId="{333C0BEF-0B75-4A7E-8A47-A9992FD97B05}" type="pres">
      <dgm:prSet presAssocID="{40CB7F0A-9159-48AE-9E63-87F468726C07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22AA2148-CB9D-49D9-B75C-307A62C89408}" type="pres">
      <dgm:prSet presAssocID="{5B8240F8-493D-4603-BA90-5AAF8EFC2D8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78D1809-E064-4DBE-904D-75C48A9AB2F5}" srcId="{94076281-E656-485A-8033-364F0DE39C04}" destId="{B5719585-AC4F-47FC-8DC8-F1C174D61934}" srcOrd="2" destOrd="0" parTransId="{2A394DB7-B2EF-4ABF-A49E-332C9A3723A2}" sibTransId="{40CB7F0A-9159-48AE-9E63-87F468726C07}"/>
    <dgm:cxn modelId="{82C4C1AA-6D96-443E-BDB1-2C3FA97BF1AD}" type="presOf" srcId="{255C7AD2-BC64-40CB-BC88-FA9502376185}" destId="{8E8F98E3-57F8-4B96-9E87-1FEBF018118E}" srcOrd="1" destOrd="0" presId="urn:microsoft.com/office/officeart/2005/8/layout/process1"/>
    <dgm:cxn modelId="{33C3C292-3A74-450E-92AA-33A520C194C2}" type="presOf" srcId="{EDA5823E-41AF-4C00-A1C6-B3841F6F84B7}" destId="{8F4EE7FC-ABF6-4183-BC6C-EFCC6964FE49}" srcOrd="0" destOrd="0" presId="urn:microsoft.com/office/officeart/2005/8/layout/process1"/>
    <dgm:cxn modelId="{94073743-8C06-4135-B651-C3D5B1A1A056}" srcId="{94076281-E656-485A-8033-364F0DE39C04}" destId="{5B8240F8-493D-4603-BA90-5AAF8EFC2D83}" srcOrd="3" destOrd="0" parTransId="{7EDD4076-E669-4A42-86F9-BCF8099B47E3}" sibTransId="{4D344C63-C7AD-4F63-B4F0-CC48C5B08EFB}"/>
    <dgm:cxn modelId="{50A625E6-9E5B-40A6-9D38-5F1669A18A70}" type="presOf" srcId="{05115B44-26E7-4ABC-ACA5-6BB645A7E1D2}" destId="{D72933BF-6947-432A-8D98-C0F777AD8796}" srcOrd="0" destOrd="0" presId="urn:microsoft.com/office/officeart/2005/8/layout/process1"/>
    <dgm:cxn modelId="{3B7D61AF-8B07-4D3B-834E-2E14EE8E7B32}" srcId="{94076281-E656-485A-8033-364F0DE39C04}" destId="{05115B44-26E7-4ABC-ACA5-6BB645A7E1D2}" srcOrd="0" destOrd="0" parTransId="{D1BD2347-B1A6-44A0-835C-6E2F6FFF35F6}" sibTransId="{9CCD3CED-E708-48B9-B3FC-41E302F9DAF0}"/>
    <dgm:cxn modelId="{90B94E98-1290-4FD6-AB65-68E5FED0309F}" type="presOf" srcId="{5B8240F8-493D-4603-BA90-5AAF8EFC2D83}" destId="{22AA2148-CB9D-49D9-B75C-307A62C89408}" srcOrd="0" destOrd="0" presId="urn:microsoft.com/office/officeart/2005/8/layout/process1"/>
    <dgm:cxn modelId="{E016840B-8216-47D2-821C-11BDA2A7C17D}" type="presOf" srcId="{9CCD3CED-E708-48B9-B3FC-41E302F9DAF0}" destId="{0A4BFFCC-A6D5-4A38-B2CE-79FFE7C90769}" srcOrd="1" destOrd="0" presId="urn:microsoft.com/office/officeart/2005/8/layout/process1"/>
    <dgm:cxn modelId="{77D65F5C-A7E1-4E56-86F4-714FF9B8EE5B}" type="presOf" srcId="{40CB7F0A-9159-48AE-9E63-87F468726C07}" destId="{333C0BEF-0B75-4A7E-8A47-A9992FD97B05}" srcOrd="1" destOrd="0" presId="urn:microsoft.com/office/officeart/2005/8/layout/process1"/>
    <dgm:cxn modelId="{7ACD5C3E-7E69-4F72-839A-E5602C77FBA1}" type="presOf" srcId="{B5719585-AC4F-47FC-8DC8-F1C174D61934}" destId="{AA741158-C72C-4B06-94B1-0893D55C1061}" srcOrd="0" destOrd="0" presId="urn:microsoft.com/office/officeart/2005/8/layout/process1"/>
    <dgm:cxn modelId="{D4C8372D-45D9-4527-898C-CBDEEA389AA9}" type="presOf" srcId="{255C7AD2-BC64-40CB-BC88-FA9502376185}" destId="{6A5C0193-55D6-4A87-BB10-1EABF2C3D87E}" srcOrd="0" destOrd="0" presId="urn:microsoft.com/office/officeart/2005/8/layout/process1"/>
    <dgm:cxn modelId="{112519F1-8754-422C-93C3-9AB2440F040B}" type="presOf" srcId="{40CB7F0A-9159-48AE-9E63-87F468726C07}" destId="{C3ECE578-A94B-4D19-86CA-8D0590067414}" srcOrd="0" destOrd="0" presId="urn:microsoft.com/office/officeart/2005/8/layout/process1"/>
    <dgm:cxn modelId="{71970483-2204-450D-9AF8-BB219593D031}" type="presOf" srcId="{9CCD3CED-E708-48B9-B3FC-41E302F9DAF0}" destId="{35F09838-0397-4516-99EE-8D4C72250047}" srcOrd="0" destOrd="0" presId="urn:microsoft.com/office/officeart/2005/8/layout/process1"/>
    <dgm:cxn modelId="{30273AA9-D231-4A0E-85E7-CE9308BE0B10}" type="presOf" srcId="{94076281-E656-485A-8033-364F0DE39C04}" destId="{8E0F8A86-EE1B-4466-8C83-BE593AAD49E4}" srcOrd="0" destOrd="0" presId="urn:microsoft.com/office/officeart/2005/8/layout/process1"/>
    <dgm:cxn modelId="{382A0CD9-8AE5-47E3-90C2-8D189B4312B2}" srcId="{94076281-E656-485A-8033-364F0DE39C04}" destId="{EDA5823E-41AF-4C00-A1C6-B3841F6F84B7}" srcOrd="1" destOrd="0" parTransId="{977DAAF1-AE36-4FED-9073-0E6C4E851F19}" sibTransId="{255C7AD2-BC64-40CB-BC88-FA9502376185}"/>
    <dgm:cxn modelId="{64CF8A36-005D-4DF1-97B2-EE009BC47556}" type="presParOf" srcId="{8E0F8A86-EE1B-4466-8C83-BE593AAD49E4}" destId="{D72933BF-6947-432A-8D98-C0F777AD8796}" srcOrd="0" destOrd="0" presId="urn:microsoft.com/office/officeart/2005/8/layout/process1"/>
    <dgm:cxn modelId="{63DAB364-C185-4E20-B63D-CEDFED8F4FAF}" type="presParOf" srcId="{8E0F8A86-EE1B-4466-8C83-BE593AAD49E4}" destId="{35F09838-0397-4516-99EE-8D4C72250047}" srcOrd="1" destOrd="0" presId="urn:microsoft.com/office/officeart/2005/8/layout/process1"/>
    <dgm:cxn modelId="{7F4D46E0-2D73-4DBC-8D19-5227775C8A44}" type="presParOf" srcId="{35F09838-0397-4516-99EE-8D4C72250047}" destId="{0A4BFFCC-A6D5-4A38-B2CE-79FFE7C90769}" srcOrd="0" destOrd="0" presId="urn:microsoft.com/office/officeart/2005/8/layout/process1"/>
    <dgm:cxn modelId="{AE92A1ED-57F0-4AA1-994A-3037E95A3E47}" type="presParOf" srcId="{8E0F8A86-EE1B-4466-8C83-BE593AAD49E4}" destId="{8F4EE7FC-ABF6-4183-BC6C-EFCC6964FE49}" srcOrd="2" destOrd="0" presId="urn:microsoft.com/office/officeart/2005/8/layout/process1"/>
    <dgm:cxn modelId="{3F0D5793-22E9-43F4-88FA-CE479CB96A0B}" type="presParOf" srcId="{8E0F8A86-EE1B-4466-8C83-BE593AAD49E4}" destId="{6A5C0193-55D6-4A87-BB10-1EABF2C3D87E}" srcOrd="3" destOrd="0" presId="urn:microsoft.com/office/officeart/2005/8/layout/process1"/>
    <dgm:cxn modelId="{A3D793AB-B527-4835-952F-397E391BB564}" type="presParOf" srcId="{6A5C0193-55D6-4A87-BB10-1EABF2C3D87E}" destId="{8E8F98E3-57F8-4B96-9E87-1FEBF018118E}" srcOrd="0" destOrd="0" presId="urn:microsoft.com/office/officeart/2005/8/layout/process1"/>
    <dgm:cxn modelId="{0AFF5EB0-0135-47B8-B60E-34AF9E649BAE}" type="presParOf" srcId="{8E0F8A86-EE1B-4466-8C83-BE593AAD49E4}" destId="{AA741158-C72C-4B06-94B1-0893D55C1061}" srcOrd="4" destOrd="0" presId="urn:microsoft.com/office/officeart/2005/8/layout/process1"/>
    <dgm:cxn modelId="{CF8CAFE8-591B-4116-92B7-778406EEF8ED}" type="presParOf" srcId="{8E0F8A86-EE1B-4466-8C83-BE593AAD49E4}" destId="{C3ECE578-A94B-4D19-86CA-8D0590067414}" srcOrd="5" destOrd="0" presId="urn:microsoft.com/office/officeart/2005/8/layout/process1"/>
    <dgm:cxn modelId="{0CC46B05-8D17-48B8-8AC0-8A1032E20E65}" type="presParOf" srcId="{C3ECE578-A94B-4D19-86CA-8D0590067414}" destId="{333C0BEF-0B75-4A7E-8A47-A9992FD97B05}" srcOrd="0" destOrd="0" presId="urn:microsoft.com/office/officeart/2005/8/layout/process1"/>
    <dgm:cxn modelId="{982687C2-ED81-4CEA-977F-41EB89F5D95A}" type="presParOf" srcId="{8E0F8A86-EE1B-4466-8C83-BE593AAD49E4}" destId="{22AA2148-CB9D-49D9-B75C-307A62C8940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A8725F-6857-448E-B35A-6C180D64554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2E0CF2-41DB-45E1-B7FC-A09B6129DD02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sz="2000" dirty="0" err="1" smtClean="0">
              <a:solidFill>
                <a:schemeClr val="bg1"/>
              </a:solidFill>
            </a:rPr>
            <a:t>Minimiziranje</a:t>
          </a:r>
          <a:r>
            <a:rPr lang="en-US" sz="2000" dirty="0" smtClean="0">
              <a:solidFill>
                <a:schemeClr val="bg1"/>
              </a:solidFill>
            </a:rPr>
            <a:t> </a:t>
          </a:r>
          <a:r>
            <a:rPr lang="en-US" sz="2000" dirty="0" err="1" smtClean="0">
              <a:solidFill>
                <a:schemeClr val="bg1"/>
              </a:solidFill>
            </a:rPr>
            <a:t>troškova</a:t>
          </a:r>
          <a:r>
            <a:rPr lang="en-US" sz="2000" dirty="0" smtClean="0">
              <a:solidFill>
                <a:schemeClr val="bg1"/>
              </a:solidFill>
            </a:rPr>
            <a:t> (Zhou et al. 2022)</a:t>
          </a:r>
          <a:endParaRPr lang="en-US" sz="2000" dirty="0"/>
        </a:p>
      </dgm:t>
    </dgm:pt>
    <dgm:pt modelId="{DBD51E87-FED5-4EFB-B8D5-8F23195415F4}" type="parTrans" cxnId="{9C1E96BB-405C-42A6-A4D9-CAADA4E1A1D1}">
      <dgm:prSet/>
      <dgm:spPr/>
      <dgm:t>
        <a:bodyPr/>
        <a:lstStyle/>
        <a:p>
          <a:endParaRPr lang="en-US"/>
        </a:p>
      </dgm:t>
    </dgm:pt>
    <dgm:pt modelId="{B4AD010F-82E9-4F75-A959-4619FF8A06D6}" type="sibTrans" cxnId="{9C1E96BB-405C-42A6-A4D9-CAADA4E1A1D1}">
      <dgm:prSet/>
      <dgm:spPr/>
      <dgm:t>
        <a:bodyPr/>
        <a:lstStyle/>
        <a:p>
          <a:endParaRPr lang="en-US"/>
        </a:p>
      </dgm:t>
    </dgm:pt>
    <dgm:pt modelId="{34D089FA-1E69-4B5B-9249-654BFCF63CE7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sz="2000" dirty="0" err="1" smtClean="0">
              <a:solidFill>
                <a:schemeClr val="bg1"/>
              </a:solidFill>
            </a:rPr>
            <a:t>Stabilnost</a:t>
          </a:r>
          <a:r>
            <a:rPr lang="en-US" sz="2000" dirty="0" smtClean="0">
              <a:solidFill>
                <a:schemeClr val="bg1"/>
              </a:solidFill>
            </a:rPr>
            <a:t> </a:t>
          </a:r>
          <a:r>
            <a:rPr lang="en-US" sz="2000" dirty="0" err="1" smtClean="0">
              <a:solidFill>
                <a:schemeClr val="bg1"/>
              </a:solidFill>
            </a:rPr>
            <a:t>električne</a:t>
          </a:r>
          <a:r>
            <a:rPr lang="en-US" sz="2000" dirty="0" smtClean="0">
              <a:solidFill>
                <a:schemeClr val="bg1"/>
              </a:solidFill>
            </a:rPr>
            <a:t> </a:t>
          </a:r>
          <a:r>
            <a:rPr lang="en-US" sz="2000" dirty="0" err="1" smtClean="0">
              <a:solidFill>
                <a:schemeClr val="bg1"/>
              </a:solidFill>
            </a:rPr>
            <a:t>mreže</a:t>
          </a:r>
          <a:r>
            <a:rPr lang="en-US" sz="2000" dirty="0" smtClean="0">
              <a:solidFill>
                <a:schemeClr val="bg1"/>
              </a:solidFill>
            </a:rPr>
            <a:t> (Lund et al. 2012)</a:t>
          </a:r>
          <a:endParaRPr lang="en-US" sz="2000" dirty="0"/>
        </a:p>
      </dgm:t>
    </dgm:pt>
    <dgm:pt modelId="{1E1CF019-0521-431F-A238-DD14049B440E}" type="parTrans" cxnId="{8669A526-1616-494A-BD15-D5C05F9DC377}">
      <dgm:prSet/>
      <dgm:spPr/>
      <dgm:t>
        <a:bodyPr/>
        <a:lstStyle/>
        <a:p>
          <a:endParaRPr lang="en-US"/>
        </a:p>
      </dgm:t>
    </dgm:pt>
    <dgm:pt modelId="{DBDBF137-1ACE-4A63-ABF0-12D4AB2A56E8}" type="sibTrans" cxnId="{8669A526-1616-494A-BD15-D5C05F9DC377}">
      <dgm:prSet/>
      <dgm:spPr/>
      <dgm:t>
        <a:bodyPr/>
        <a:lstStyle/>
        <a:p>
          <a:endParaRPr lang="en-US"/>
        </a:p>
      </dgm:t>
    </dgm:pt>
    <dgm:pt modelId="{121FACBC-C77E-4254-8DB1-A4226C8B082B}">
      <dgm:prSet phldrT="[Text]"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sz="2400" dirty="0" err="1" smtClean="0">
              <a:solidFill>
                <a:schemeClr val="bg1"/>
              </a:solidFill>
            </a:rPr>
            <a:t>Obnovljiva</a:t>
          </a:r>
          <a:r>
            <a:rPr lang="en-US" sz="2400" dirty="0" smtClean="0">
              <a:solidFill>
                <a:schemeClr val="bg1"/>
              </a:solidFill>
            </a:rPr>
            <a:t> </a:t>
          </a:r>
          <a:r>
            <a:rPr lang="en-US" sz="2400" dirty="0" err="1" smtClean="0">
              <a:solidFill>
                <a:schemeClr val="bg1"/>
              </a:solidFill>
            </a:rPr>
            <a:t>energija</a:t>
          </a:r>
          <a:r>
            <a:rPr lang="en-US" sz="2400" dirty="0" smtClean="0">
              <a:solidFill>
                <a:schemeClr val="bg1"/>
              </a:solidFill>
            </a:rPr>
            <a:t> (Li et al. 2022)</a:t>
          </a:r>
          <a:endParaRPr lang="en-US" sz="2400" dirty="0"/>
        </a:p>
      </dgm:t>
    </dgm:pt>
    <dgm:pt modelId="{B96AA876-399B-4513-A49A-14C12F02A9FA}" type="parTrans" cxnId="{098D98CE-C3C1-4D35-96F0-353F3AB4027C}">
      <dgm:prSet/>
      <dgm:spPr/>
      <dgm:t>
        <a:bodyPr/>
        <a:lstStyle/>
        <a:p>
          <a:endParaRPr lang="en-US"/>
        </a:p>
      </dgm:t>
    </dgm:pt>
    <dgm:pt modelId="{406CF35E-80D2-46FD-84DD-61047EBEDDF3}" type="sibTrans" cxnId="{098D98CE-C3C1-4D35-96F0-353F3AB4027C}">
      <dgm:prSet/>
      <dgm:spPr/>
      <dgm:t>
        <a:bodyPr/>
        <a:lstStyle/>
        <a:p>
          <a:endParaRPr lang="en-US"/>
        </a:p>
      </dgm:t>
    </dgm:pt>
    <dgm:pt modelId="{A478660D-CA20-468C-B10B-067757DA7E06}">
      <dgm:prSet custT="1"/>
      <dgm:spPr/>
      <dgm:t>
        <a:bodyPr/>
        <a:lstStyle/>
        <a:p>
          <a:pPr>
            <a:buNone/>
          </a:pPr>
          <a:r>
            <a:rPr lang="en-US" sz="2000" b="1" dirty="0" err="1" smtClean="0">
              <a:solidFill>
                <a:schemeClr val="tx1"/>
              </a:solidFill>
            </a:rPr>
            <a:t>Genetski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r>
            <a:rPr lang="en-US" sz="2000" b="1" dirty="0" err="1" smtClean="0">
              <a:solidFill>
                <a:schemeClr val="tx1"/>
              </a:solidFill>
            </a:rPr>
            <a:t>algoritmi</a:t>
          </a:r>
          <a:r>
            <a:rPr lang="en-US" sz="2000" b="1" dirty="0" smtClean="0">
              <a:solidFill>
                <a:schemeClr val="tx1"/>
              </a:solidFill>
            </a:rPr>
            <a:t>, </a:t>
          </a:r>
          <a:r>
            <a:rPr lang="en-US" sz="2000" b="1" dirty="0" err="1" smtClean="0">
              <a:solidFill>
                <a:schemeClr val="tx1"/>
              </a:solidFill>
            </a:rPr>
            <a:t>troškovi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r>
            <a:rPr lang="en-US" sz="2000" b="1" dirty="0" err="1" smtClean="0">
              <a:solidFill>
                <a:schemeClr val="tx1"/>
              </a:solidFill>
            </a:rPr>
            <a:t>izgradnje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endParaRPr lang="en-US" sz="2000" b="1" dirty="0">
            <a:solidFill>
              <a:schemeClr val="tx1"/>
            </a:solidFill>
          </a:endParaRPr>
        </a:p>
      </dgm:t>
    </dgm:pt>
    <dgm:pt modelId="{5706C63C-31A4-456F-9F6A-4D9CEB1D3680}" type="parTrans" cxnId="{92C9FBC5-D964-44A8-965E-5A8B558E1292}">
      <dgm:prSet/>
      <dgm:spPr/>
      <dgm:t>
        <a:bodyPr/>
        <a:lstStyle/>
        <a:p>
          <a:endParaRPr lang="en-US"/>
        </a:p>
      </dgm:t>
    </dgm:pt>
    <dgm:pt modelId="{3A1B26FC-D360-4D70-A578-5B4420D8E4F5}" type="sibTrans" cxnId="{92C9FBC5-D964-44A8-965E-5A8B558E1292}">
      <dgm:prSet/>
      <dgm:spPr/>
      <dgm:t>
        <a:bodyPr/>
        <a:lstStyle/>
        <a:p>
          <a:endParaRPr lang="en-US"/>
        </a:p>
      </dgm:t>
    </dgm:pt>
    <dgm:pt modelId="{A99BE63F-0D0B-4A44-BAF7-0A64A85962EC}">
      <dgm:prSet custT="1"/>
      <dgm:spPr/>
      <dgm:t>
        <a:bodyPr/>
        <a:lstStyle/>
        <a:p>
          <a:r>
            <a:rPr lang="en-US" sz="2000" b="1" dirty="0" err="1" smtClean="0">
              <a:solidFill>
                <a:schemeClr val="tx1"/>
              </a:solidFill>
            </a:rPr>
            <a:t>Fluktuirajuća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r>
            <a:rPr lang="en-US" sz="2000" b="1" dirty="0" err="1" smtClean="0">
              <a:solidFill>
                <a:schemeClr val="tx1"/>
              </a:solidFill>
            </a:rPr>
            <a:t>potražnja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r>
            <a:rPr lang="en-US" sz="2000" b="1" dirty="0" err="1" smtClean="0">
              <a:solidFill>
                <a:schemeClr val="tx1"/>
              </a:solidFill>
            </a:rPr>
            <a:t>za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r>
            <a:rPr lang="en-US" sz="2000" b="1" dirty="0" err="1" smtClean="0">
              <a:solidFill>
                <a:schemeClr val="tx1"/>
              </a:solidFill>
            </a:rPr>
            <a:t>snagom</a:t>
          </a:r>
          <a:endParaRPr lang="en-US" sz="2000" b="1" dirty="0">
            <a:solidFill>
              <a:schemeClr val="tx1"/>
            </a:solidFill>
          </a:endParaRPr>
        </a:p>
      </dgm:t>
    </dgm:pt>
    <dgm:pt modelId="{917755B2-8C45-42EA-961D-70DB5FCEDBB0}" type="parTrans" cxnId="{6CED80F6-13A9-44E0-88EC-C07F7BFA3AA7}">
      <dgm:prSet/>
      <dgm:spPr/>
      <dgm:t>
        <a:bodyPr/>
        <a:lstStyle/>
        <a:p>
          <a:endParaRPr lang="en-US"/>
        </a:p>
      </dgm:t>
    </dgm:pt>
    <dgm:pt modelId="{849F9B49-BBE7-46F8-9AE1-E064B611FB82}" type="sibTrans" cxnId="{6CED80F6-13A9-44E0-88EC-C07F7BFA3AA7}">
      <dgm:prSet/>
      <dgm:spPr/>
      <dgm:t>
        <a:bodyPr/>
        <a:lstStyle/>
        <a:p>
          <a:endParaRPr lang="en-US"/>
        </a:p>
      </dgm:t>
    </dgm:pt>
    <dgm:pt modelId="{81DD720E-D033-40C1-A64F-F3E10CF04A3D}">
      <dgm:prSet custT="1"/>
      <dgm:spPr/>
      <dgm:t>
        <a:bodyPr/>
        <a:lstStyle/>
        <a:p>
          <a:r>
            <a:rPr lang="en-US" sz="2000" b="1" dirty="0" err="1" smtClean="0">
              <a:solidFill>
                <a:schemeClr val="tx1"/>
              </a:solidFill>
            </a:rPr>
            <a:t>Integracija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r>
            <a:rPr lang="en-US" sz="2000" b="1" dirty="0" err="1" smtClean="0">
              <a:solidFill>
                <a:schemeClr val="tx1"/>
              </a:solidFill>
            </a:rPr>
            <a:t>solar+wind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r>
            <a:rPr lang="en-US" sz="2000" b="1" dirty="0" err="1" smtClean="0">
              <a:solidFill>
                <a:schemeClr val="tx1"/>
              </a:solidFill>
            </a:rPr>
            <a:t>izvora</a:t>
          </a:r>
          <a:r>
            <a:rPr lang="en-US" sz="2000" b="1" dirty="0" smtClean="0">
              <a:solidFill>
                <a:schemeClr val="tx1"/>
              </a:solidFill>
            </a:rPr>
            <a:t> </a:t>
          </a:r>
          <a:endParaRPr lang="en-US" sz="2000" b="1" dirty="0">
            <a:solidFill>
              <a:schemeClr val="tx1"/>
            </a:solidFill>
          </a:endParaRPr>
        </a:p>
      </dgm:t>
    </dgm:pt>
    <dgm:pt modelId="{8333696E-5296-4D98-A8B0-4433C90132BE}" type="parTrans" cxnId="{323D7524-5152-41E6-8C44-C795D5B1839E}">
      <dgm:prSet/>
      <dgm:spPr/>
      <dgm:t>
        <a:bodyPr/>
        <a:lstStyle/>
        <a:p>
          <a:endParaRPr lang="en-US"/>
        </a:p>
      </dgm:t>
    </dgm:pt>
    <dgm:pt modelId="{AFF63C32-C8B7-4F51-ABD1-FAAA9AFFA0E5}" type="sibTrans" cxnId="{323D7524-5152-41E6-8C44-C795D5B1839E}">
      <dgm:prSet/>
      <dgm:spPr/>
      <dgm:t>
        <a:bodyPr/>
        <a:lstStyle/>
        <a:p>
          <a:endParaRPr lang="en-US"/>
        </a:p>
      </dgm:t>
    </dgm:pt>
    <dgm:pt modelId="{99C452E2-48C3-4723-8B6D-1A3D93109ECD}" type="pres">
      <dgm:prSet presAssocID="{2DA8725F-6857-448E-B35A-6C180D64554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CAE7D50-4D61-4572-B0B8-DD3D5E1B62F4}" type="pres">
      <dgm:prSet presAssocID="{A52E0CF2-41DB-45E1-B7FC-A09B6129DD02}" presName="parentLin" presStyleCnt="0"/>
      <dgm:spPr/>
    </dgm:pt>
    <dgm:pt modelId="{75B7753E-3F0F-4AD1-99D4-241BAEF8D93A}" type="pres">
      <dgm:prSet presAssocID="{A52E0CF2-41DB-45E1-B7FC-A09B6129DD02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E30A60F4-AB3B-451D-8027-10E3170B8CDD}" type="pres">
      <dgm:prSet presAssocID="{A52E0CF2-41DB-45E1-B7FC-A09B6129DD02}" presName="parentText" presStyleLbl="node1" presStyleIdx="0" presStyleCnt="3" custScaleX="94910" custScaleY="32393" custLinFactNeighborX="4643" custLinFactNeighborY="-8112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51CC7D-0CC8-4884-B02D-99DA8D91CE6D}" type="pres">
      <dgm:prSet presAssocID="{A52E0CF2-41DB-45E1-B7FC-A09B6129DD02}" presName="negativeSpace" presStyleCnt="0"/>
      <dgm:spPr/>
    </dgm:pt>
    <dgm:pt modelId="{794B3587-27F3-4AED-AFA2-8EDB5DC0BFC0}" type="pres">
      <dgm:prSet presAssocID="{A52E0CF2-41DB-45E1-B7FC-A09B6129DD02}" presName="childText" presStyleLbl="conFgAcc1" presStyleIdx="0" presStyleCnt="3" custScaleX="99656" custScaleY="36735" custLinFactY="-31454" custLinFactNeighborX="-359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95FBDF-A26F-45F6-847B-762E6D7ABC7C}" type="pres">
      <dgm:prSet presAssocID="{B4AD010F-82E9-4F75-A959-4619FF8A06D6}" presName="spaceBetweenRectangles" presStyleCnt="0"/>
      <dgm:spPr/>
    </dgm:pt>
    <dgm:pt modelId="{C11575DB-26D3-4968-900B-CB546824D19E}" type="pres">
      <dgm:prSet presAssocID="{34D089FA-1E69-4B5B-9249-654BFCF63CE7}" presName="parentLin" presStyleCnt="0"/>
      <dgm:spPr/>
    </dgm:pt>
    <dgm:pt modelId="{D6EA7CE8-8BC2-43FD-BB70-CCA9BC2C97DF}" type="pres">
      <dgm:prSet presAssocID="{34D089FA-1E69-4B5B-9249-654BFCF63CE7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9EFBD33A-8FF6-4DA9-981D-EC8BFDC9C967}" type="pres">
      <dgm:prSet presAssocID="{34D089FA-1E69-4B5B-9249-654BFCF63CE7}" presName="parentText" presStyleLbl="node1" presStyleIdx="1" presStyleCnt="3" custScaleX="94910" custScaleY="32393" custLinFactNeighborX="12112" custLinFactNeighborY="-542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E96F03-753A-43AF-B8F8-944BFF7A8ED1}" type="pres">
      <dgm:prSet presAssocID="{34D089FA-1E69-4B5B-9249-654BFCF63CE7}" presName="negativeSpace" presStyleCnt="0"/>
      <dgm:spPr/>
    </dgm:pt>
    <dgm:pt modelId="{76319E6D-0471-4FD5-8274-91CFF2EAD8A8}" type="pres">
      <dgm:prSet presAssocID="{34D089FA-1E69-4B5B-9249-654BFCF63CE7}" presName="childText" presStyleLbl="conFgAcc1" presStyleIdx="1" presStyleCnt="3" custScaleX="99656" custScaleY="36735" custLinFactY="-1915" custLinFactNeighborX="10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0FE7A3-F355-4686-8268-67D5FA9F1894}" type="pres">
      <dgm:prSet presAssocID="{DBDBF137-1ACE-4A63-ABF0-12D4AB2A56E8}" presName="spaceBetweenRectangles" presStyleCnt="0"/>
      <dgm:spPr/>
    </dgm:pt>
    <dgm:pt modelId="{AA10D2CB-DFFC-4812-BC50-F2CC2DC6E1EC}" type="pres">
      <dgm:prSet presAssocID="{121FACBC-C77E-4254-8DB1-A4226C8B082B}" presName="parentLin" presStyleCnt="0"/>
      <dgm:spPr/>
    </dgm:pt>
    <dgm:pt modelId="{F1CF9AAA-3245-40F0-BFC3-EAF43BA37AE3}" type="pres">
      <dgm:prSet presAssocID="{121FACBC-C77E-4254-8DB1-A4226C8B082B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DF82A170-EBB3-46D3-9DD4-0FD8E982C18C}" type="pres">
      <dgm:prSet presAssocID="{121FACBC-C77E-4254-8DB1-A4226C8B082B}" presName="parentText" presStyleLbl="node1" presStyleIdx="2" presStyleCnt="3" custScaleX="94910" custScaleY="32355" custLinFactNeighborX="14362" custLinFactNeighborY="-2639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B1F276-44BC-4230-B9D3-F33BD2FFAB66}" type="pres">
      <dgm:prSet presAssocID="{121FACBC-C77E-4254-8DB1-A4226C8B082B}" presName="negativeSpace" presStyleCnt="0"/>
      <dgm:spPr/>
    </dgm:pt>
    <dgm:pt modelId="{BC3409F6-35A4-4FBF-B20B-241AA1BF8E73}" type="pres">
      <dgm:prSet presAssocID="{121FACBC-C77E-4254-8DB1-A4226C8B082B}" presName="childText" presStyleLbl="conFgAcc1" presStyleIdx="2" presStyleCnt="3" custScaleX="99656" custScaleY="36735" custLinFactNeighborX="120" custLinFactNeighborY="1456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669A526-1616-494A-BD15-D5C05F9DC377}" srcId="{2DA8725F-6857-448E-B35A-6C180D64554C}" destId="{34D089FA-1E69-4B5B-9249-654BFCF63CE7}" srcOrd="1" destOrd="0" parTransId="{1E1CF019-0521-431F-A238-DD14049B440E}" sibTransId="{DBDBF137-1ACE-4A63-ABF0-12D4AB2A56E8}"/>
    <dgm:cxn modelId="{60C210FC-D571-49E7-9D2E-6E2FF1AA5757}" type="presOf" srcId="{A99BE63F-0D0B-4A44-BAF7-0A64A85962EC}" destId="{76319E6D-0471-4FD5-8274-91CFF2EAD8A8}" srcOrd="0" destOrd="0" presId="urn:microsoft.com/office/officeart/2005/8/layout/list1"/>
    <dgm:cxn modelId="{92C9FBC5-D964-44A8-965E-5A8B558E1292}" srcId="{A52E0CF2-41DB-45E1-B7FC-A09B6129DD02}" destId="{A478660D-CA20-468C-B10B-067757DA7E06}" srcOrd="0" destOrd="0" parTransId="{5706C63C-31A4-456F-9F6A-4D9CEB1D3680}" sibTransId="{3A1B26FC-D360-4D70-A578-5B4420D8E4F5}"/>
    <dgm:cxn modelId="{E3EC1C50-378C-4005-8FED-BFCDFB9715FC}" type="presOf" srcId="{A52E0CF2-41DB-45E1-B7FC-A09B6129DD02}" destId="{E30A60F4-AB3B-451D-8027-10E3170B8CDD}" srcOrd="1" destOrd="0" presId="urn:microsoft.com/office/officeart/2005/8/layout/list1"/>
    <dgm:cxn modelId="{9C1E96BB-405C-42A6-A4D9-CAADA4E1A1D1}" srcId="{2DA8725F-6857-448E-B35A-6C180D64554C}" destId="{A52E0CF2-41DB-45E1-B7FC-A09B6129DD02}" srcOrd="0" destOrd="0" parTransId="{DBD51E87-FED5-4EFB-B8D5-8F23195415F4}" sibTransId="{B4AD010F-82E9-4F75-A959-4619FF8A06D6}"/>
    <dgm:cxn modelId="{323D7524-5152-41E6-8C44-C795D5B1839E}" srcId="{121FACBC-C77E-4254-8DB1-A4226C8B082B}" destId="{81DD720E-D033-40C1-A64F-F3E10CF04A3D}" srcOrd="0" destOrd="0" parTransId="{8333696E-5296-4D98-A8B0-4433C90132BE}" sibTransId="{AFF63C32-C8B7-4F51-ABD1-FAAA9AFFA0E5}"/>
    <dgm:cxn modelId="{29990F02-FDEB-4394-8A2D-E699F9AEA430}" type="presOf" srcId="{A478660D-CA20-468C-B10B-067757DA7E06}" destId="{794B3587-27F3-4AED-AFA2-8EDB5DC0BFC0}" srcOrd="0" destOrd="0" presId="urn:microsoft.com/office/officeart/2005/8/layout/list1"/>
    <dgm:cxn modelId="{4841A791-E124-4A00-A47A-10878E4B9D2C}" type="presOf" srcId="{2DA8725F-6857-448E-B35A-6C180D64554C}" destId="{99C452E2-48C3-4723-8B6D-1A3D93109ECD}" srcOrd="0" destOrd="0" presId="urn:microsoft.com/office/officeart/2005/8/layout/list1"/>
    <dgm:cxn modelId="{D4D66662-FD58-43A3-B012-AB23EA13A678}" type="presOf" srcId="{121FACBC-C77E-4254-8DB1-A4226C8B082B}" destId="{DF82A170-EBB3-46D3-9DD4-0FD8E982C18C}" srcOrd="1" destOrd="0" presId="urn:microsoft.com/office/officeart/2005/8/layout/list1"/>
    <dgm:cxn modelId="{6CED80F6-13A9-44E0-88EC-C07F7BFA3AA7}" srcId="{34D089FA-1E69-4B5B-9249-654BFCF63CE7}" destId="{A99BE63F-0D0B-4A44-BAF7-0A64A85962EC}" srcOrd="0" destOrd="0" parTransId="{917755B2-8C45-42EA-961D-70DB5FCEDBB0}" sibTransId="{849F9B49-BBE7-46F8-9AE1-E064B611FB82}"/>
    <dgm:cxn modelId="{098D98CE-C3C1-4D35-96F0-353F3AB4027C}" srcId="{2DA8725F-6857-448E-B35A-6C180D64554C}" destId="{121FACBC-C77E-4254-8DB1-A4226C8B082B}" srcOrd="2" destOrd="0" parTransId="{B96AA876-399B-4513-A49A-14C12F02A9FA}" sibTransId="{406CF35E-80D2-46FD-84DD-61047EBEDDF3}"/>
    <dgm:cxn modelId="{A9D19ECB-47EC-47F9-89D4-0676A963D635}" type="presOf" srcId="{34D089FA-1E69-4B5B-9249-654BFCF63CE7}" destId="{9EFBD33A-8FF6-4DA9-981D-EC8BFDC9C967}" srcOrd="1" destOrd="0" presId="urn:microsoft.com/office/officeart/2005/8/layout/list1"/>
    <dgm:cxn modelId="{1F9FE5A7-7DF4-491B-A8BC-0F027BB71240}" type="presOf" srcId="{A52E0CF2-41DB-45E1-B7FC-A09B6129DD02}" destId="{75B7753E-3F0F-4AD1-99D4-241BAEF8D93A}" srcOrd="0" destOrd="0" presId="urn:microsoft.com/office/officeart/2005/8/layout/list1"/>
    <dgm:cxn modelId="{F8C2DEE4-D367-429E-B749-F9D3BC1E2871}" type="presOf" srcId="{121FACBC-C77E-4254-8DB1-A4226C8B082B}" destId="{F1CF9AAA-3245-40F0-BFC3-EAF43BA37AE3}" srcOrd="0" destOrd="0" presId="urn:microsoft.com/office/officeart/2005/8/layout/list1"/>
    <dgm:cxn modelId="{78ECFA45-76A7-4E28-8D38-61B11F066292}" type="presOf" srcId="{81DD720E-D033-40C1-A64F-F3E10CF04A3D}" destId="{BC3409F6-35A4-4FBF-B20B-241AA1BF8E73}" srcOrd="0" destOrd="0" presId="urn:microsoft.com/office/officeart/2005/8/layout/list1"/>
    <dgm:cxn modelId="{BE6EC0CD-FDA3-4541-99AE-772B15D0F966}" type="presOf" srcId="{34D089FA-1E69-4B5B-9249-654BFCF63CE7}" destId="{D6EA7CE8-8BC2-43FD-BB70-CCA9BC2C97DF}" srcOrd="0" destOrd="0" presId="urn:microsoft.com/office/officeart/2005/8/layout/list1"/>
    <dgm:cxn modelId="{53651E2F-F459-40B4-B019-9407047368D0}" type="presParOf" srcId="{99C452E2-48C3-4723-8B6D-1A3D93109ECD}" destId="{ACAE7D50-4D61-4572-B0B8-DD3D5E1B62F4}" srcOrd="0" destOrd="0" presId="urn:microsoft.com/office/officeart/2005/8/layout/list1"/>
    <dgm:cxn modelId="{B794D662-2F38-4287-9E45-A1EC968C884A}" type="presParOf" srcId="{ACAE7D50-4D61-4572-B0B8-DD3D5E1B62F4}" destId="{75B7753E-3F0F-4AD1-99D4-241BAEF8D93A}" srcOrd="0" destOrd="0" presId="urn:microsoft.com/office/officeart/2005/8/layout/list1"/>
    <dgm:cxn modelId="{BFECE86A-161B-416F-A0F6-B395642140FC}" type="presParOf" srcId="{ACAE7D50-4D61-4572-B0B8-DD3D5E1B62F4}" destId="{E30A60F4-AB3B-451D-8027-10E3170B8CDD}" srcOrd="1" destOrd="0" presId="urn:microsoft.com/office/officeart/2005/8/layout/list1"/>
    <dgm:cxn modelId="{67905BAE-5791-4DD7-BCA3-4B547F36E896}" type="presParOf" srcId="{99C452E2-48C3-4723-8B6D-1A3D93109ECD}" destId="{F351CC7D-0CC8-4884-B02D-99DA8D91CE6D}" srcOrd="1" destOrd="0" presId="urn:microsoft.com/office/officeart/2005/8/layout/list1"/>
    <dgm:cxn modelId="{197E1774-B9FC-434D-8456-DB372952875D}" type="presParOf" srcId="{99C452E2-48C3-4723-8B6D-1A3D93109ECD}" destId="{794B3587-27F3-4AED-AFA2-8EDB5DC0BFC0}" srcOrd="2" destOrd="0" presId="urn:microsoft.com/office/officeart/2005/8/layout/list1"/>
    <dgm:cxn modelId="{D6CFA40E-0B2D-46D9-A5BB-1949B167FB9C}" type="presParOf" srcId="{99C452E2-48C3-4723-8B6D-1A3D93109ECD}" destId="{9A95FBDF-A26F-45F6-847B-762E6D7ABC7C}" srcOrd="3" destOrd="0" presId="urn:microsoft.com/office/officeart/2005/8/layout/list1"/>
    <dgm:cxn modelId="{CB840925-A89C-45BC-B8DE-937DEB272DC0}" type="presParOf" srcId="{99C452E2-48C3-4723-8B6D-1A3D93109ECD}" destId="{C11575DB-26D3-4968-900B-CB546824D19E}" srcOrd="4" destOrd="0" presId="urn:microsoft.com/office/officeart/2005/8/layout/list1"/>
    <dgm:cxn modelId="{E32FA1F5-361A-433F-9570-2CC9D5C5D98E}" type="presParOf" srcId="{C11575DB-26D3-4968-900B-CB546824D19E}" destId="{D6EA7CE8-8BC2-43FD-BB70-CCA9BC2C97DF}" srcOrd="0" destOrd="0" presId="urn:microsoft.com/office/officeart/2005/8/layout/list1"/>
    <dgm:cxn modelId="{919C6366-CFEA-446B-AD30-6B7553127C4D}" type="presParOf" srcId="{C11575DB-26D3-4968-900B-CB546824D19E}" destId="{9EFBD33A-8FF6-4DA9-981D-EC8BFDC9C967}" srcOrd="1" destOrd="0" presId="urn:microsoft.com/office/officeart/2005/8/layout/list1"/>
    <dgm:cxn modelId="{1F741560-D9DF-4F7E-A108-B9086EB321FE}" type="presParOf" srcId="{99C452E2-48C3-4723-8B6D-1A3D93109ECD}" destId="{81E96F03-753A-43AF-B8F8-944BFF7A8ED1}" srcOrd="5" destOrd="0" presId="urn:microsoft.com/office/officeart/2005/8/layout/list1"/>
    <dgm:cxn modelId="{300A375E-B900-4F7E-9079-1B0EA885C9F9}" type="presParOf" srcId="{99C452E2-48C3-4723-8B6D-1A3D93109ECD}" destId="{76319E6D-0471-4FD5-8274-91CFF2EAD8A8}" srcOrd="6" destOrd="0" presId="urn:microsoft.com/office/officeart/2005/8/layout/list1"/>
    <dgm:cxn modelId="{6EB64925-B416-48AC-BC6B-2564D8DCB16D}" type="presParOf" srcId="{99C452E2-48C3-4723-8B6D-1A3D93109ECD}" destId="{2A0FE7A3-F355-4686-8268-67D5FA9F1894}" srcOrd="7" destOrd="0" presId="urn:microsoft.com/office/officeart/2005/8/layout/list1"/>
    <dgm:cxn modelId="{7C967C29-0903-4ED8-9603-9DCD07EE6699}" type="presParOf" srcId="{99C452E2-48C3-4723-8B6D-1A3D93109ECD}" destId="{AA10D2CB-DFFC-4812-BC50-F2CC2DC6E1EC}" srcOrd="8" destOrd="0" presId="urn:microsoft.com/office/officeart/2005/8/layout/list1"/>
    <dgm:cxn modelId="{B88A84D6-2601-4A8E-A61B-D5A14C305BC1}" type="presParOf" srcId="{AA10D2CB-DFFC-4812-BC50-F2CC2DC6E1EC}" destId="{F1CF9AAA-3245-40F0-BFC3-EAF43BA37AE3}" srcOrd="0" destOrd="0" presId="urn:microsoft.com/office/officeart/2005/8/layout/list1"/>
    <dgm:cxn modelId="{A1C18541-1984-4AF3-891D-5DD139103439}" type="presParOf" srcId="{AA10D2CB-DFFC-4812-BC50-F2CC2DC6E1EC}" destId="{DF82A170-EBB3-46D3-9DD4-0FD8E982C18C}" srcOrd="1" destOrd="0" presId="urn:microsoft.com/office/officeart/2005/8/layout/list1"/>
    <dgm:cxn modelId="{4C4E9DD2-C464-4AF0-97A7-221FE9E6EDC6}" type="presParOf" srcId="{99C452E2-48C3-4723-8B6D-1A3D93109ECD}" destId="{83B1F276-44BC-4230-B9D3-F33BD2FFAB66}" srcOrd="9" destOrd="0" presId="urn:microsoft.com/office/officeart/2005/8/layout/list1"/>
    <dgm:cxn modelId="{45E9B0E4-5A20-47B6-B723-30269A2CF099}" type="presParOf" srcId="{99C452E2-48C3-4723-8B6D-1A3D93109ECD}" destId="{BC3409F6-35A4-4FBF-B20B-241AA1BF8E7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4C0338-25D6-4AD3-A14F-FB031C042966}" type="doc">
      <dgm:prSet loTypeId="urn:microsoft.com/office/officeart/2005/8/layout/vList6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FFE8872-2E4C-42C7-B143-024C745B297E}">
      <dgm:prSet phldrT="[Text]"/>
      <dgm:spPr/>
      <dgm:t>
        <a:bodyPr/>
        <a:lstStyle/>
        <a:p>
          <a:r>
            <a:rPr lang="sr-Latn-ME" dirty="0" smtClean="0"/>
            <a:t>FAZA 1</a:t>
          </a:r>
          <a:endParaRPr lang="en-US" dirty="0"/>
        </a:p>
      </dgm:t>
    </dgm:pt>
    <dgm:pt modelId="{9273CDD7-38C6-4A2E-92B8-80A78CC0881F}" type="parTrans" cxnId="{F39CBAA1-D5EE-46BA-8155-F81A0B1FFFB9}">
      <dgm:prSet/>
      <dgm:spPr/>
      <dgm:t>
        <a:bodyPr/>
        <a:lstStyle/>
        <a:p>
          <a:endParaRPr lang="en-US"/>
        </a:p>
      </dgm:t>
    </dgm:pt>
    <dgm:pt modelId="{97B50F79-DFA2-4B81-B32B-BA9B06C3FD01}" type="sibTrans" cxnId="{F39CBAA1-D5EE-46BA-8155-F81A0B1FFFB9}">
      <dgm:prSet/>
      <dgm:spPr/>
      <dgm:t>
        <a:bodyPr/>
        <a:lstStyle/>
        <a:p>
          <a:endParaRPr lang="en-US"/>
        </a:p>
      </dgm:t>
    </dgm:pt>
    <dgm:pt modelId="{E34FDA10-2E40-4597-9133-F8F7248129E7}">
      <dgm:prSet phldrT="[Text]"/>
      <dgm:spPr/>
      <dgm:t>
        <a:bodyPr/>
        <a:lstStyle/>
        <a:p>
          <a:r>
            <a:rPr lang="en-US" smtClean="0"/>
            <a:t>Heuristička optimizacija</a:t>
          </a:r>
          <a:r>
            <a:rPr lang="sr-Latn-ME" smtClean="0"/>
            <a:t> </a:t>
          </a:r>
          <a:r>
            <a:rPr lang="en-US" smtClean="0"/>
            <a:t> (brza, preliminarna) </a:t>
          </a:r>
          <a:endParaRPr lang="en-US" dirty="0"/>
        </a:p>
      </dgm:t>
    </dgm:pt>
    <dgm:pt modelId="{9D2C6951-83A1-4D36-9D3F-14F8FF06A7F1}" type="parTrans" cxnId="{FF638348-0611-4226-9462-5F2D766E8E33}">
      <dgm:prSet/>
      <dgm:spPr/>
      <dgm:t>
        <a:bodyPr/>
        <a:lstStyle/>
        <a:p>
          <a:endParaRPr lang="en-US"/>
        </a:p>
      </dgm:t>
    </dgm:pt>
    <dgm:pt modelId="{08866566-89C7-4D59-A219-030AE5577153}" type="sibTrans" cxnId="{FF638348-0611-4226-9462-5F2D766E8E33}">
      <dgm:prSet/>
      <dgm:spPr/>
      <dgm:t>
        <a:bodyPr/>
        <a:lstStyle/>
        <a:p>
          <a:endParaRPr lang="en-US"/>
        </a:p>
      </dgm:t>
    </dgm:pt>
    <dgm:pt modelId="{17515C1B-92A5-45AA-A048-3E7FACAED496}">
      <dgm:prSet phldrT="[Text]"/>
      <dgm:spPr/>
      <dgm:t>
        <a:bodyPr/>
        <a:lstStyle/>
        <a:p>
          <a:r>
            <a:rPr lang="en-US" smtClean="0"/>
            <a:t>Inicijalna populacija kandidata </a:t>
          </a:r>
          <a:endParaRPr lang="en-US" dirty="0"/>
        </a:p>
      </dgm:t>
    </dgm:pt>
    <dgm:pt modelId="{425C1C4F-F9F5-4AE1-9CC6-25227A6834EA}" type="parTrans" cxnId="{163EA036-D19C-4EB4-B0B9-1D9C9FADEE4A}">
      <dgm:prSet/>
      <dgm:spPr/>
      <dgm:t>
        <a:bodyPr/>
        <a:lstStyle/>
        <a:p>
          <a:endParaRPr lang="en-US"/>
        </a:p>
      </dgm:t>
    </dgm:pt>
    <dgm:pt modelId="{F52BE323-765F-452C-B290-8E86911AF0DD}" type="sibTrans" cxnId="{163EA036-D19C-4EB4-B0B9-1D9C9FADEE4A}">
      <dgm:prSet/>
      <dgm:spPr/>
      <dgm:t>
        <a:bodyPr/>
        <a:lstStyle/>
        <a:p>
          <a:endParaRPr lang="en-US"/>
        </a:p>
      </dgm:t>
    </dgm:pt>
    <dgm:pt modelId="{5514CD1F-FCBD-4A8C-9A9A-0126B94F8D14}">
      <dgm:prSet phldrT="[Text]"/>
      <dgm:spPr/>
      <dgm:t>
        <a:bodyPr/>
        <a:lstStyle/>
        <a:p>
          <a:r>
            <a:rPr lang="sr-Latn-ME" dirty="0" smtClean="0"/>
            <a:t>FAZA 2</a:t>
          </a:r>
          <a:endParaRPr lang="en-US" dirty="0"/>
        </a:p>
      </dgm:t>
    </dgm:pt>
    <dgm:pt modelId="{7789F682-0950-4C48-9D55-345E08553D3B}" type="parTrans" cxnId="{66DAEB45-4969-42A8-8D9A-C874EC6F6258}">
      <dgm:prSet/>
      <dgm:spPr/>
      <dgm:t>
        <a:bodyPr/>
        <a:lstStyle/>
        <a:p>
          <a:endParaRPr lang="en-US"/>
        </a:p>
      </dgm:t>
    </dgm:pt>
    <dgm:pt modelId="{573919BF-171F-4638-8FDF-0BFFA35AED46}" type="sibTrans" cxnId="{66DAEB45-4969-42A8-8D9A-C874EC6F6258}">
      <dgm:prSet/>
      <dgm:spPr/>
      <dgm:t>
        <a:bodyPr/>
        <a:lstStyle/>
        <a:p>
          <a:endParaRPr lang="en-US"/>
        </a:p>
      </dgm:t>
    </dgm:pt>
    <dgm:pt modelId="{EF3C8F45-EE71-48ED-A866-CDDB83AD2A14}">
      <dgm:prSet phldrT="[Text]"/>
      <dgm:spPr/>
      <dgm:t>
        <a:bodyPr/>
        <a:lstStyle/>
        <a:p>
          <a:r>
            <a:rPr lang="en-US" smtClean="0"/>
            <a:t>Simulacijska optimizacija</a:t>
          </a:r>
          <a:r>
            <a:rPr lang="sr-Latn-ME" smtClean="0"/>
            <a:t> </a:t>
          </a:r>
          <a:r>
            <a:rPr lang="en-US" smtClean="0"/>
            <a:t>(prilagođeni GA + simulacija) </a:t>
          </a:r>
          <a:endParaRPr lang="en-US" dirty="0"/>
        </a:p>
      </dgm:t>
    </dgm:pt>
    <dgm:pt modelId="{1F101BCA-FCD6-4965-8BC1-677D8E944146}" type="parTrans" cxnId="{240EFDC0-60A1-4E7E-8D09-8E55FD5CB5A7}">
      <dgm:prSet/>
      <dgm:spPr/>
      <dgm:t>
        <a:bodyPr/>
        <a:lstStyle/>
        <a:p>
          <a:endParaRPr lang="en-US"/>
        </a:p>
      </dgm:t>
    </dgm:pt>
    <dgm:pt modelId="{29700A12-54CC-4A70-BF9A-D05D0D9D68F8}" type="sibTrans" cxnId="{240EFDC0-60A1-4E7E-8D09-8E55FD5CB5A7}">
      <dgm:prSet/>
      <dgm:spPr/>
      <dgm:t>
        <a:bodyPr/>
        <a:lstStyle/>
        <a:p>
          <a:endParaRPr lang="en-US"/>
        </a:p>
      </dgm:t>
    </dgm:pt>
    <dgm:pt modelId="{A2A8FEE9-0FE8-42A6-AE70-74243311CC9F}">
      <dgm:prSet phldrT="[Text]"/>
      <dgm:spPr/>
      <dgm:t>
        <a:bodyPr/>
        <a:lstStyle/>
        <a:p>
          <a:r>
            <a:rPr lang="en-US" smtClean="0"/>
            <a:t>FINALNO RJEŠENJE</a:t>
          </a:r>
          <a:endParaRPr lang="en-US" dirty="0"/>
        </a:p>
      </dgm:t>
    </dgm:pt>
    <dgm:pt modelId="{AEA2B191-874E-4F08-865E-6F8290A71B51}" type="parTrans" cxnId="{2AE27DFD-3021-441F-A03E-062CF5C22D92}">
      <dgm:prSet/>
      <dgm:spPr/>
      <dgm:t>
        <a:bodyPr/>
        <a:lstStyle/>
        <a:p>
          <a:endParaRPr lang="en-US"/>
        </a:p>
      </dgm:t>
    </dgm:pt>
    <dgm:pt modelId="{4F0AC9D9-8ED2-4DD3-B009-7612B0240874}" type="sibTrans" cxnId="{2AE27DFD-3021-441F-A03E-062CF5C22D92}">
      <dgm:prSet/>
      <dgm:spPr/>
      <dgm:t>
        <a:bodyPr/>
        <a:lstStyle/>
        <a:p>
          <a:endParaRPr lang="en-US"/>
        </a:p>
      </dgm:t>
    </dgm:pt>
    <dgm:pt modelId="{ABCE37FB-ACBD-4FB1-B865-048B3B67C22E}" type="pres">
      <dgm:prSet presAssocID="{3C4C0338-25D6-4AD3-A14F-FB031C042966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E6A1A0B-4201-49E2-8579-EBE4EF2D71D1}" type="pres">
      <dgm:prSet presAssocID="{9FFE8872-2E4C-42C7-B143-024C745B297E}" presName="linNode" presStyleCnt="0"/>
      <dgm:spPr/>
    </dgm:pt>
    <dgm:pt modelId="{A516DAE6-7458-46F3-9B04-6B638AB6F029}" type="pres">
      <dgm:prSet presAssocID="{9FFE8872-2E4C-42C7-B143-024C745B297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AE226C-E29B-47F0-A450-1F3F2B54F737}" type="pres">
      <dgm:prSet presAssocID="{9FFE8872-2E4C-42C7-B143-024C745B297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0DD02D-21C0-4B19-AC42-028D1C60F7ED}" type="pres">
      <dgm:prSet presAssocID="{97B50F79-DFA2-4B81-B32B-BA9B06C3FD01}" presName="spacing" presStyleCnt="0"/>
      <dgm:spPr/>
    </dgm:pt>
    <dgm:pt modelId="{71F396C5-20E4-4C4A-8A43-8BD3012E4161}" type="pres">
      <dgm:prSet presAssocID="{5514CD1F-FCBD-4A8C-9A9A-0126B94F8D14}" presName="linNode" presStyleCnt="0"/>
      <dgm:spPr/>
    </dgm:pt>
    <dgm:pt modelId="{C5992679-F110-4E37-A5DB-7F0661B40B8D}" type="pres">
      <dgm:prSet presAssocID="{5514CD1F-FCBD-4A8C-9A9A-0126B94F8D14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3BE33F-F737-4849-A37A-440A5ADABA7D}" type="pres">
      <dgm:prSet presAssocID="{5514CD1F-FCBD-4A8C-9A9A-0126B94F8D14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685EAC4-514B-4EA0-BB8C-847C6EA48A22}" type="presOf" srcId="{17515C1B-92A5-45AA-A048-3E7FACAED496}" destId="{F9AE226C-E29B-47F0-A450-1F3F2B54F737}" srcOrd="0" destOrd="1" presId="urn:microsoft.com/office/officeart/2005/8/layout/vList6"/>
    <dgm:cxn modelId="{0A285997-55E5-421F-9674-19CF906BFE1A}" type="presOf" srcId="{3C4C0338-25D6-4AD3-A14F-FB031C042966}" destId="{ABCE37FB-ACBD-4FB1-B865-048B3B67C22E}" srcOrd="0" destOrd="0" presId="urn:microsoft.com/office/officeart/2005/8/layout/vList6"/>
    <dgm:cxn modelId="{2AE27DFD-3021-441F-A03E-062CF5C22D92}" srcId="{5514CD1F-FCBD-4A8C-9A9A-0126B94F8D14}" destId="{A2A8FEE9-0FE8-42A6-AE70-74243311CC9F}" srcOrd="1" destOrd="0" parTransId="{AEA2B191-874E-4F08-865E-6F8290A71B51}" sibTransId="{4F0AC9D9-8ED2-4DD3-B009-7612B0240874}"/>
    <dgm:cxn modelId="{240EFDC0-60A1-4E7E-8D09-8E55FD5CB5A7}" srcId="{5514CD1F-FCBD-4A8C-9A9A-0126B94F8D14}" destId="{EF3C8F45-EE71-48ED-A866-CDDB83AD2A14}" srcOrd="0" destOrd="0" parTransId="{1F101BCA-FCD6-4965-8BC1-677D8E944146}" sibTransId="{29700A12-54CC-4A70-BF9A-D05D0D9D68F8}"/>
    <dgm:cxn modelId="{FF638348-0611-4226-9462-5F2D766E8E33}" srcId="{9FFE8872-2E4C-42C7-B143-024C745B297E}" destId="{E34FDA10-2E40-4597-9133-F8F7248129E7}" srcOrd="0" destOrd="0" parTransId="{9D2C6951-83A1-4D36-9D3F-14F8FF06A7F1}" sibTransId="{08866566-89C7-4D59-A219-030AE5577153}"/>
    <dgm:cxn modelId="{F39CBAA1-D5EE-46BA-8155-F81A0B1FFFB9}" srcId="{3C4C0338-25D6-4AD3-A14F-FB031C042966}" destId="{9FFE8872-2E4C-42C7-B143-024C745B297E}" srcOrd="0" destOrd="0" parTransId="{9273CDD7-38C6-4A2E-92B8-80A78CC0881F}" sibTransId="{97B50F79-DFA2-4B81-B32B-BA9B06C3FD01}"/>
    <dgm:cxn modelId="{163EA036-D19C-4EB4-B0B9-1D9C9FADEE4A}" srcId="{9FFE8872-2E4C-42C7-B143-024C745B297E}" destId="{17515C1B-92A5-45AA-A048-3E7FACAED496}" srcOrd="1" destOrd="0" parTransId="{425C1C4F-F9F5-4AE1-9CC6-25227A6834EA}" sibTransId="{F52BE323-765F-452C-B290-8E86911AF0DD}"/>
    <dgm:cxn modelId="{DAAD1451-0F6A-4A1B-8B19-9785F23E3248}" type="presOf" srcId="{EF3C8F45-EE71-48ED-A866-CDDB83AD2A14}" destId="{D93BE33F-F737-4849-A37A-440A5ADABA7D}" srcOrd="0" destOrd="0" presId="urn:microsoft.com/office/officeart/2005/8/layout/vList6"/>
    <dgm:cxn modelId="{599AE2E3-CACC-4FFD-A166-00DA13AC8CBF}" type="presOf" srcId="{E34FDA10-2E40-4597-9133-F8F7248129E7}" destId="{F9AE226C-E29B-47F0-A450-1F3F2B54F737}" srcOrd="0" destOrd="0" presId="urn:microsoft.com/office/officeart/2005/8/layout/vList6"/>
    <dgm:cxn modelId="{C0F6976C-9809-4B5A-A023-7BE9ADEB7FC2}" type="presOf" srcId="{A2A8FEE9-0FE8-42A6-AE70-74243311CC9F}" destId="{D93BE33F-F737-4849-A37A-440A5ADABA7D}" srcOrd="0" destOrd="1" presId="urn:microsoft.com/office/officeart/2005/8/layout/vList6"/>
    <dgm:cxn modelId="{0055F88D-9DD8-4074-9A49-D722C367A934}" type="presOf" srcId="{5514CD1F-FCBD-4A8C-9A9A-0126B94F8D14}" destId="{C5992679-F110-4E37-A5DB-7F0661B40B8D}" srcOrd="0" destOrd="0" presId="urn:microsoft.com/office/officeart/2005/8/layout/vList6"/>
    <dgm:cxn modelId="{928BA3F5-322D-44A4-88EA-7DFC5767DB8C}" type="presOf" srcId="{9FFE8872-2E4C-42C7-B143-024C745B297E}" destId="{A516DAE6-7458-46F3-9B04-6B638AB6F029}" srcOrd="0" destOrd="0" presId="urn:microsoft.com/office/officeart/2005/8/layout/vList6"/>
    <dgm:cxn modelId="{66DAEB45-4969-42A8-8D9A-C874EC6F6258}" srcId="{3C4C0338-25D6-4AD3-A14F-FB031C042966}" destId="{5514CD1F-FCBD-4A8C-9A9A-0126B94F8D14}" srcOrd="1" destOrd="0" parTransId="{7789F682-0950-4C48-9D55-345E08553D3B}" sibTransId="{573919BF-171F-4638-8FDF-0BFFA35AED46}"/>
    <dgm:cxn modelId="{5828D4D7-9C37-451D-832E-35190E0BCC82}" type="presParOf" srcId="{ABCE37FB-ACBD-4FB1-B865-048B3B67C22E}" destId="{8E6A1A0B-4201-49E2-8579-EBE4EF2D71D1}" srcOrd="0" destOrd="0" presId="urn:microsoft.com/office/officeart/2005/8/layout/vList6"/>
    <dgm:cxn modelId="{476B5D4D-D4EF-493B-B48F-A7CBB1AE70C2}" type="presParOf" srcId="{8E6A1A0B-4201-49E2-8579-EBE4EF2D71D1}" destId="{A516DAE6-7458-46F3-9B04-6B638AB6F029}" srcOrd="0" destOrd="0" presId="urn:microsoft.com/office/officeart/2005/8/layout/vList6"/>
    <dgm:cxn modelId="{C09175C1-9E3F-4A63-BEC5-75A6387CA3F7}" type="presParOf" srcId="{8E6A1A0B-4201-49E2-8579-EBE4EF2D71D1}" destId="{F9AE226C-E29B-47F0-A450-1F3F2B54F737}" srcOrd="1" destOrd="0" presId="urn:microsoft.com/office/officeart/2005/8/layout/vList6"/>
    <dgm:cxn modelId="{DF9FC36E-1ACD-40C0-A8DB-2AFEC378A07A}" type="presParOf" srcId="{ABCE37FB-ACBD-4FB1-B865-048B3B67C22E}" destId="{2A0DD02D-21C0-4B19-AC42-028D1C60F7ED}" srcOrd="1" destOrd="0" presId="urn:microsoft.com/office/officeart/2005/8/layout/vList6"/>
    <dgm:cxn modelId="{4349C762-5AEB-43D3-ADD9-33CBA37FF529}" type="presParOf" srcId="{ABCE37FB-ACBD-4FB1-B865-048B3B67C22E}" destId="{71F396C5-20E4-4C4A-8A43-8BD3012E4161}" srcOrd="2" destOrd="0" presId="urn:microsoft.com/office/officeart/2005/8/layout/vList6"/>
    <dgm:cxn modelId="{D1F736F7-7FC2-407B-AF7E-0B6E4251588F}" type="presParOf" srcId="{71F396C5-20E4-4C4A-8A43-8BD3012E4161}" destId="{C5992679-F110-4E37-A5DB-7F0661B40B8D}" srcOrd="0" destOrd="0" presId="urn:microsoft.com/office/officeart/2005/8/layout/vList6"/>
    <dgm:cxn modelId="{6A610873-C2F4-493E-BCFF-B6B727906025}" type="presParOf" srcId="{71F396C5-20E4-4C4A-8A43-8BD3012E4161}" destId="{D93BE33F-F737-4849-A37A-440A5ADABA7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4E5AAF-8F74-42DF-93FC-6D1866385572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4D058C7-BA38-4215-9A08-78D87474F796}">
      <dgm:prSet phldrT="[Text]"/>
      <dgm:spPr/>
      <dgm:t>
        <a:bodyPr/>
        <a:lstStyle/>
        <a:p>
          <a:r>
            <a:rPr lang="en-US" dirty="0" smtClean="0"/>
            <a:t>T</a:t>
          </a:r>
          <a:r>
            <a:rPr lang="sr-Latn-ME" dirty="0" smtClean="0"/>
            <a:t>a</a:t>
          </a:r>
          <a:r>
            <a:rPr lang="en-US" dirty="0" err="1" smtClean="0"/>
            <a:t>čke</a:t>
          </a:r>
          <a:r>
            <a:rPr lang="en-US" dirty="0" smtClean="0"/>
            <a:t> </a:t>
          </a:r>
          <a:r>
            <a:rPr lang="en-US" dirty="0" err="1" smtClean="0"/>
            <a:t>na</a:t>
          </a:r>
          <a:r>
            <a:rPr lang="en-US" dirty="0" smtClean="0"/>
            <a:t> put</a:t>
          </a:r>
          <a:r>
            <a:rPr lang="sr-Latn-ME" dirty="0" smtClean="0"/>
            <a:t>evi</a:t>
          </a:r>
          <a:r>
            <a:rPr lang="en-US" dirty="0" smtClean="0"/>
            <a:t>ma</a:t>
          </a:r>
          <a:endParaRPr lang="en-US" dirty="0"/>
        </a:p>
      </dgm:t>
    </dgm:pt>
    <dgm:pt modelId="{A54B51F1-2AD7-4D8A-8764-3715041D45B9}" type="parTrans" cxnId="{8A5FD91D-552F-4C64-9DB9-0CF795521256}">
      <dgm:prSet/>
      <dgm:spPr/>
      <dgm:t>
        <a:bodyPr/>
        <a:lstStyle/>
        <a:p>
          <a:endParaRPr lang="en-US"/>
        </a:p>
      </dgm:t>
    </dgm:pt>
    <dgm:pt modelId="{FC64A733-E29C-4EEB-A1E5-D5F8F641C9C2}" type="sibTrans" cxnId="{8A5FD91D-552F-4C64-9DB9-0CF795521256}">
      <dgm:prSet/>
      <dgm:spPr/>
      <dgm:t>
        <a:bodyPr/>
        <a:lstStyle/>
        <a:p>
          <a:endParaRPr lang="en-US"/>
        </a:p>
      </dgm:t>
    </dgm:pt>
    <dgm:pt modelId="{1A90060F-B9F7-4072-84FE-0B814FF33C5D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b="1" i="1" dirty="0" smtClean="0">
              <a:solidFill>
                <a:schemeClr val="bg1"/>
              </a:solidFill>
            </a:rPr>
            <a:t>ČVOROVI (1.000 </a:t>
          </a:r>
          <a:r>
            <a:rPr lang="en-US" b="1" i="1" dirty="0" err="1" smtClean="0">
              <a:solidFill>
                <a:schemeClr val="bg1"/>
              </a:solidFill>
            </a:rPr>
            <a:t>čvorova</a:t>
          </a:r>
          <a:r>
            <a:rPr lang="en-US" b="1" i="1" dirty="0" smtClean="0">
              <a:solidFill>
                <a:schemeClr val="bg1"/>
              </a:solidFill>
            </a:rPr>
            <a:t> </a:t>
          </a:r>
          <a:r>
            <a:rPr lang="en-US" b="1" i="1" dirty="0" err="1" smtClean="0">
              <a:solidFill>
                <a:schemeClr val="bg1"/>
              </a:solidFill>
            </a:rPr>
            <a:t>za</a:t>
          </a:r>
          <a:r>
            <a:rPr lang="en-US" b="1" i="1" dirty="0" smtClean="0">
              <a:solidFill>
                <a:schemeClr val="bg1"/>
              </a:solidFill>
            </a:rPr>
            <a:t> </a:t>
          </a:r>
          <a:r>
            <a:rPr lang="en-US" b="1" i="1" dirty="0" err="1" smtClean="0">
              <a:solidFill>
                <a:schemeClr val="bg1"/>
              </a:solidFill>
            </a:rPr>
            <a:t>Crnu</a:t>
          </a:r>
          <a:r>
            <a:rPr lang="en-US" b="1" i="1" dirty="0" smtClean="0">
              <a:solidFill>
                <a:schemeClr val="bg1"/>
              </a:solidFill>
            </a:rPr>
            <a:t> </a:t>
          </a:r>
          <a:r>
            <a:rPr lang="en-US" b="1" i="1" dirty="0" err="1" smtClean="0">
              <a:solidFill>
                <a:schemeClr val="bg1"/>
              </a:solidFill>
            </a:rPr>
            <a:t>Goru</a:t>
          </a:r>
          <a:r>
            <a:rPr lang="en-US" b="1" i="1" dirty="0" smtClean="0">
              <a:solidFill>
                <a:schemeClr val="bg1"/>
              </a:solidFill>
            </a:rPr>
            <a:t>)</a:t>
          </a:r>
        </a:p>
        <a:p>
          <a:pPr lvl="1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n-US" dirty="0"/>
        </a:p>
      </dgm:t>
    </dgm:pt>
    <dgm:pt modelId="{2567E926-5ABA-4F89-910D-A4E1A9620EEC}" type="parTrans" cxnId="{91D1EC9E-2CED-4F3E-940D-2C3A0D410958}">
      <dgm:prSet/>
      <dgm:spPr/>
      <dgm:t>
        <a:bodyPr/>
        <a:lstStyle/>
        <a:p>
          <a:endParaRPr lang="en-US"/>
        </a:p>
      </dgm:t>
    </dgm:pt>
    <dgm:pt modelId="{D4628B65-627D-407B-BBA5-66B65DDDE70D}" type="sibTrans" cxnId="{91D1EC9E-2CED-4F3E-940D-2C3A0D410958}">
      <dgm:prSet/>
      <dgm:spPr/>
      <dgm:t>
        <a:bodyPr/>
        <a:lstStyle/>
        <a:p>
          <a:endParaRPr lang="en-US"/>
        </a:p>
      </dgm:t>
    </dgm:pt>
    <dgm:pt modelId="{F950A724-460A-4BFD-8939-E5B859150147}">
      <dgm:prSet phldrT="[Text]"/>
      <dgm:spPr/>
      <dgm:t>
        <a:bodyPr/>
        <a:lstStyle/>
        <a:p>
          <a:r>
            <a:rPr lang="en-US" smtClean="0"/>
            <a:t>Stvarna putna rastojanja </a:t>
          </a:r>
          <a:endParaRPr lang="en-US" dirty="0"/>
        </a:p>
      </dgm:t>
    </dgm:pt>
    <dgm:pt modelId="{11AF5EBA-3928-4395-933E-F0CF144A43AE}" type="parTrans" cxnId="{7A6837E4-DFEB-4A13-893F-6E5BD7EF5E34}">
      <dgm:prSet/>
      <dgm:spPr/>
      <dgm:t>
        <a:bodyPr/>
        <a:lstStyle/>
        <a:p>
          <a:endParaRPr lang="en-US"/>
        </a:p>
      </dgm:t>
    </dgm:pt>
    <dgm:pt modelId="{1B7AA78E-ECB9-41C7-8CAC-D45EFCA0F4B9}" type="sibTrans" cxnId="{7A6837E4-DFEB-4A13-893F-6E5BD7EF5E34}">
      <dgm:prSet/>
      <dgm:spPr/>
      <dgm:t>
        <a:bodyPr/>
        <a:lstStyle/>
        <a:p>
          <a:endParaRPr lang="en-US"/>
        </a:p>
      </dgm:t>
    </dgm:pt>
    <dgm:pt modelId="{E26D32F6-6481-4288-A7CB-C19AB950AE6C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b="1" i="1" dirty="0" smtClean="0">
              <a:solidFill>
                <a:schemeClr val="bg1"/>
              </a:solidFill>
            </a:rPr>
            <a:t>GRANE</a:t>
          </a:r>
          <a:r>
            <a:rPr lang="sr-Latn-ME" b="1" i="1" dirty="0" smtClean="0">
              <a:solidFill>
                <a:schemeClr val="bg1"/>
              </a:solidFill>
            </a:rPr>
            <a:t> </a:t>
          </a:r>
          <a:r>
            <a:rPr lang="en-US" b="1" i="1" dirty="0" smtClean="0">
              <a:solidFill>
                <a:schemeClr val="bg1"/>
              </a:solidFill>
            </a:rPr>
            <a:t>(</a:t>
          </a:r>
          <a:r>
            <a:rPr lang="en-US" b="1" i="1" dirty="0" err="1" smtClean="0">
              <a:solidFill>
                <a:schemeClr val="bg1"/>
              </a:solidFill>
            </a:rPr>
            <a:t>korišteni</a:t>
          </a:r>
          <a:r>
            <a:rPr lang="en-US" b="1" i="1" dirty="0" smtClean="0">
              <a:solidFill>
                <a:schemeClr val="bg1"/>
              </a:solidFill>
            </a:rPr>
            <a:t> OSRM API)</a:t>
          </a:r>
        </a:p>
        <a:p>
          <a:pPr lvl="1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n-US" dirty="0"/>
        </a:p>
      </dgm:t>
    </dgm:pt>
    <dgm:pt modelId="{59DD64C5-DDBA-4401-BF0E-7279F62CD171}" type="parTrans" cxnId="{4DF9AA1E-40A3-4E8D-BEA7-7C8191CB8F9C}">
      <dgm:prSet/>
      <dgm:spPr/>
      <dgm:t>
        <a:bodyPr/>
        <a:lstStyle/>
        <a:p>
          <a:endParaRPr lang="en-US"/>
        </a:p>
      </dgm:t>
    </dgm:pt>
    <dgm:pt modelId="{936AB4CA-7A19-4305-AA55-398070C8A7F9}" type="sibTrans" cxnId="{4DF9AA1E-40A3-4E8D-BEA7-7C8191CB8F9C}">
      <dgm:prSet/>
      <dgm:spPr/>
      <dgm:t>
        <a:bodyPr/>
        <a:lstStyle/>
        <a:p>
          <a:endParaRPr lang="en-US"/>
        </a:p>
      </dgm:t>
    </dgm:pt>
    <dgm:pt modelId="{474CC445-0645-4F93-8C4A-5D18FA73CB69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err="1" smtClean="0"/>
            <a:t>Ponderisanje</a:t>
          </a:r>
          <a:r>
            <a:rPr lang="en-US" dirty="0" smtClean="0"/>
            <a:t> </a:t>
          </a:r>
          <a:r>
            <a:rPr lang="en-US" dirty="0" err="1" smtClean="0"/>
            <a:t>po</a:t>
          </a:r>
          <a:r>
            <a:rPr lang="en-US" dirty="0" smtClean="0"/>
            <a:t>:</a:t>
          </a:r>
        </a:p>
        <a:p>
          <a:pPr lvl="0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dirty="0"/>
        </a:p>
      </dgm:t>
    </dgm:pt>
    <dgm:pt modelId="{48AD0E4B-1923-4E00-9B96-D0B939C5AF3C}" type="parTrans" cxnId="{998FACF2-4FC5-4DD7-884A-8D9D50E37967}">
      <dgm:prSet/>
      <dgm:spPr/>
      <dgm:t>
        <a:bodyPr/>
        <a:lstStyle/>
        <a:p>
          <a:endParaRPr lang="en-US"/>
        </a:p>
      </dgm:t>
    </dgm:pt>
    <dgm:pt modelId="{7BB81686-774B-46EC-A932-70171EE5C9E3}" type="sibTrans" cxnId="{998FACF2-4FC5-4DD7-884A-8D9D50E37967}">
      <dgm:prSet/>
      <dgm:spPr/>
      <dgm:t>
        <a:bodyPr/>
        <a:lstStyle/>
        <a:p>
          <a:endParaRPr lang="en-US"/>
        </a:p>
      </dgm:t>
    </dgm:pt>
    <dgm:pt modelId="{CAB43929-DACC-4AB6-B3CB-286002DAFB05}">
      <dgm:prSet phldrT="[Text]" custT="1"/>
      <dgm:spPr/>
      <dgm:t>
        <a:bodyPr/>
        <a:lstStyle/>
        <a:p>
          <a:pPr marL="0" indent="0">
            <a:buNone/>
          </a:pPr>
          <a:r>
            <a:rPr lang="sr-Latn-ME" sz="1800" b="1" i="1" dirty="0" smtClean="0">
              <a:solidFill>
                <a:schemeClr val="bg1"/>
              </a:solidFill>
            </a:rPr>
            <a:t> </a:t>
          </a:r>
          <a:r>
            <a:rPr lang="en-US" sz="1800" b="1" i="1" dirty="0" smtClean="0">
              <a:solidFill>
                <a:schemeClr val="bg1"/>
              </a:solidFill>
            </a:rPr>
            <a:t>STANOVNI</a:t>
          </a:r>
          <a:r>
            <a:rPr lang="sr-Latn-ME" sz="1800" b="1" i="1" dirty="0" smtClean="0">
              <a:solidFill>
                <a:schemeClr val="bg1"/>
              </a:solidFill>
            </a:rPr>
            <a:t>Š</a:t>
          </a:r>
          <a:r>
            <a:rPr lang="en-US" sz="1800" b="1" i="1" dirty="0" smtClean="0">
              <a:solidFill>
                <a:schemeClr val="bg1"/>
              </a:solidFill>
            </a:rPr>
            <a:t>TVU (</a:t>
          </a:r>
          <a:r>
            <a:rPr lang="en-US" sz="1800" b="1" i="1" dirty="0" err="1" smtClean="0">
              <a:solidFill>
                <a:schemeClr val="bg1"/>
              </a:solidFill>
            </a:rPr>
            <a:t>gustina</a:t>
          </a:r>
          <a:r>
            <a:rPr lang="en-US" sz="1800" b="1" i="1" dirty="0" smtClean="0">
              <a:solidFill>
                <a:schemeClr val="bg1"/>
              </a:solidFill>
            </a:rPr>
            <a:t> </a:t>
          </a:r>
          <a:r>
            <a:rPr lang="en-US" sz="1800" b="1" i="1" dirty="0" err="1" smtClean="0">
              <a:solidFill>
                <a:schemeClr val="bg1"/>
              </a:solidFill>
            </a:rPr>
            <a:t>naseljenosti</a:t>
          </a:r>
          <a:r>
            <a:rPr lang="en-US" sz="1800" b="1" i="1" dirty="0" smtClean="0">
              <a:solidFill>
                <a:schemeClr val="bg1"/>
              </a:solidFill>
            </a:rPr>
            <a:t>)</a:t>
          </a:r>
          <a:endParaRPr lang="en-US" sz="1800" b="1" i="1" dirty="0">
            <a:solidFill>
              <a:schemeClr val="bg1"/>
            </a:solidFill>
          </a:endParaRPr>
        </a:p>
      </dgm:t>
    </dgm:pt>
    <dgm:pt modelId="{948BCEF4-62C5-46FE-B7ED-19EC9B6D3F59}" type="parTrans" cxnId="{EB730374-CBB6-4739-A32C-8B6169034B5E}">
      <dgm:prSet/>
      <dgm:spPr/>
      <dgm:t>
        <a:bodyPr/>
        <a:lstStyle/>
        <a:p>
          <a:endParaRPr lang="en-US"/>
        </a:p>
      </dgm:t>
    </dgm:pt>
    <dgm:pt modelId="{44428B27-B90D-4340-8AB1-4A56466ED892}" type="sibTrans" cxnId="{EB730374-CBB6-4739-A32C-8B6169034B5E}">
      <dgm:prSet/>
      <dgm:spPr/>
      <dgm:t>
        <a:bodyPr/>
        <a:lstStyle/>
        <a:p>
          <a:endParaRPr lang="en-US"/>
        </a:p>
      </dgm:t>
    </dgm:pt>
    <dgm:pt modelId="{1BBBDB51-96D2-40AF-A7C8-6D3EA09E9513}">
      <dgm:prSet phldrT="[Text]" custT="1"/>
      <dgm:spPr/>
      <dgm:t>
        <a:bodyPr/>
        <a:lstStyle/>
        <a:p>
          <a:pPr marL="0" indent="0">
            <a:buNone/>
          </a:pPr>
          <a:r>
            <a:rPr lang="en-US" sz="1800" b="1" i="1" dirty="0" smtClean="0">
              <a:solidFill>
                <a:schemeClr val="bg1"/>
              </a:solidFill>
            </a:rPr>
            <a:t> SAOBRAĆAJU (</a:t>
          </a:r>
          <a:r>
            <a:rPr lang="en-US" sz="1800" b="1" i="1" dirty="0" err="1" smtClean="0">
              <a:solidFill>
                <a:schemeClr val="bg1"/>
              </a:solidFill>
            </a:rPr>
            <a:t>prosječni</a:t>
          </a:r>
          <a:r>
            <a:rPr lang="en-US" sz="1800" b="1" i="1" dirty="0" smtClean="0">
              <a:solidFill>
                <a:schemeClr val="bg1"/>
              </a:solidFill>
            </a:rPr>
            <a:t> </a:t>
          </a:r>
          <a:r>
            <a:rPr lang="en-US" sz="1800" b="1" i="1" dirty="0" err="1" smtClean="0">
              <a:solidFill>
                <a:schemeClr val="bg1"/>
              </a:solidFill>
            </a:rPr>
            <a:t>dnevni</a:t>
          </a:r>
          <a:r>
            <a:rPr lang="en-US" sz="1800" b="1" i="1" dirty="0" smtClean="0">
              <a:solidFill>
                <a:schemeClr val="bg1"/>
              </a:solidFill>
            </a:rPr>
            <a:t> </a:t>
          </a:r>
          <a:r>
            <a:rPr lang="en-US" sz="1800" b="1" i="1" dirty="0" err="1" smtClean="0">
              <a:solidFill>
                <a:schemeClr val="bg1"/>
              </a:solidFill>
            </a:rPr>
            <a:t>broj</a:t>
          </a:r>
          <a:r>
            <a:rPr lang="en-US" sz="1800" b="1" i="1" dirty="0" smtClean="0">
              <a:solidFill>
                <a:schemeClr val="bg1"/>
              </a:solidFill>
            </a:rPr>
            <a:t> </a:t>
          </a:r>
          <a:r>
            <a:rPr lang="en-US" sz="1800" b="1" i="1" dirty="0" err="1" smtClean="0">
              <a:solidFill>
                <a:schemeClr val="bg1"/>
              </a:solidFill>
            </a:rPr>
            <a:t>vozila</a:t>
          </a:r>
          <a:r>
            <a:rPr lang="en-US" sz="1800" b="1" i="1" dirty="0" smtClean="0">
              <a:solidFill>
                <a:schemeClr val="bg1"/>
              </a:solidFill>
            </a:rPr>
            <a:t>)</a:t>
          </a:r>
        </a:p>
        <a:p>
          <a:endParaRPr lang="en-US" sz="2400" dirty="0"/>
        </a:p>
      </dgm:t>
    </dgm:pt>
    <dgm:pt modelId="{39E9A9EA-0A6F-411A-A68A-E421979FFAB3}" type="parTrans" cxnId="{2EC8FCB1-65E3-4809-98BC-36AD11444D63}">
      <dgm:prSet/>
      <dgm:spPr/>
      <dgm:t>
        <a:bodyPr/>
        <a:lstStyle/>
        <a:p>
          <a:endParaRPr lang="en-US"/>
        </a:p>
      </dgm:t>
    </dgm:pt>
    <dgm:pt modelId="{F84B9B13-74D7-4B46-9B9E-FC6EC1803308}" type="sibTrans" cxnId="{2EC8FCB1-65E3-4809-98BC-36AD11444D63}">
      <dgm:prSet/>
      <dgm:spPr/>
      <dgm:t>
        <a:bodyPr/>
        <a:lstStyle/>
        <a:p>
          <a:endParaRPr lang="en-US"/>
        </a:p>
      </dgm:t>
    </dgm:pt>
    <dgm:pt modelId="{5CF8D261-6832-47CF-82D2-4D05AAD5E896}" type="pres">
      <dgm:prSet presAssocID="{6B4E5AAF-8F74-42DF-93FC-6D1866385572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4E77F405-780F-4D23-88D2-BAF7F663AF4B}" type="pres">
      <dgm:prSet presAssocID="{F4D058C7-BA38-4215-9A08-78D87474F796}" presName="composite" presStyleCnt="0"/>
      <dgm:spPr/>
    </dgm:pt>
    <dgm:pt modelId="{2DE14040-C8B5-4D61-ADF2-B0D77F78E5D5}" type="pres">
      <dgm:prSet presAssocID="{F4D058C7-BA38-4215-9A08-78D87474F796}" presName="bentUpArrow1" presStyleLbl="alignImgPlace1" presStyleIdx="0" presStyleCnt="2" custScaleX="90421" custScaleY="75114" custLinFactNeighborX="643" custLinFactNeighborY="-26333"/>
      <dgm:spPr/>
    </dgm:pt>
    <dgm:pt modelId="{73D281C3-D684-4F1C-A2E0-F2172EF6E564}" type="pres">
      <dgm:prSet presAssocID="{F4D058C7-BA38-4215-9A08-78D87474F796}" presName="ParentText" presStyleLbl="node1" presStyleIdx="0" presStyleCnt="3" custScaleX="90421" custScaleY="7511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94AB41-C9B4-41B2-9F03-6B555707722F}" type="pres">
      <dgm:prSet presAssocID="{F4D058C7-BA38-4215-9A08-78D87474F796}" presName="ChildText" presStyleLbl="revTx" presStyleIdx="0" presStyleCnt="3" custScaleX="268355" custScaleY="75114" custLinFactNeighborX="78628" custLinFactNeighborY="-22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DB4AA1-9196-4532-ACEC-2C8EBA2BD09B}" type="pres">
      <dgm:prSet presAssocID="{FC64A733-E29C-4EEB-A1E5-D5F8F641C9C2}" presName="sibTrans" presStyleCnt="0"/>
      <dgm:spPr/>
    </dgm:pt>
    <dgm:pt modelId="{11BFD279-3FF2-4F53-BC8C-C3D445DDEE1B}" type="pres">
      <dgm:prSet presAssocID="{F950A724-460A-4BFD-8939-E5B859150147}" presName="composite" presStyleCnt="0"/>
      <dgm:spPr/>
    </dgm:pt>
    <dgm:pt modelId="{10E89D31-A3F2-47C3-92C8-B922A3DD1EF7}" type="pres">
      <dgm:prSet presAssocID="{F950A724-460A-4BFD-8939-E5B859150147}" presName="bentUpArrow1" presStyleLbl="alignImgPlace1" presStyleIdx="1" presStyleCnt="2" custScaleX="90421" custScaleY="75114" custLinFactNeighborX="-46998" custLinFactNeighborY="-22226"/>
      <dgm:spPr/>
    </dgm:pt>
    <dgm:pt modelId="{A3189000-931E-460C-BDD3-22E3648FC915}" type="pres">
      <dgm:prSet presAssocID="{F950A724-460A-4BFD-8939-E5B859150147}" presName="ParentText" presStyleLbl="node1" presStyleIdx="1" presStyleCnt="3" custScaleX="90421" custScaleY="75114" custLinFactNeighborX="-33522" custLinFactNeighborY="348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4A28E5-79E2-44E8-83CB-27494A8207B6}" type="pres">
      <dgm:prSet presAssocID="{F950A724-460A-4BFD-8939-E5B859150147}" presName="ChildText" presStyleLbl="revTx" presStyleIdx="1" presStyleCnt="3" custScaleX="185143" custScaleY="75114" custLinFactNeighborX="-10193" custLinFactNeighborY="492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4396A8-FD06-4ED9-86C7-E6289836E26A}" type="pres">
      <dgm:prSet presAssocID="{1B7AA78E-ECB9-41C7-8CAC-D45EFCA0F4B9}" presName="sibTrans" presStyleCnt="0"/>
      <dgm:spPr/>
    </dgm:pt>
    <dgm:pt modelId="{C532B336-8299-461D-A8A7-D7BA56A8F7F2}" type="pres">
      <dgm:prSet presAssocID="{474CC445-0645-4F93-8C4A-5D18FA73CB69}" presName="composite" presStyleCnt="0"/>
      <dgm:spPr/>
    </dgm:pt>
    <dgm:pt modelId="{86B85755-645E-4614-9043-C29935C262E7}" type="pres">
      <dgm:prSet presAssocID="{474CC445-0645-4F93-8C4A-5D18FA73CB69}" presName="ParentText" presStyleLbl="node1" presStyleIdx="2" presStyleCnt="3" custScaleX="92131" custScaleY="75114" custLinFactNeighborX="-75767" custLinFactNeighborY="-964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2E61D6-B57E-46CA-BB7C-AE0F3D8CBD81}" type="pres">
      <dgm:prSet presAssocID="{474CC445-0645-4F93-8C4A-5D18FA73CB69}" presName="FinalChildText" presStyleLbl="revTx" presStyleIdx="2" presStyleCnt="3" custScaleX="304990" custScaleY="146860" custLinFactNeighborX="-6162" custLinFactNeighborY="413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1D1EC9E-2CED-4F3E-940D-2C3A0D410958}" srcId="{F4D058C7-BA38-4215-9A08-78D87474F796}" destId="{1A90060F-B9F7-4072-84FE-0B814FF33C5D}" srcOrd="0" destOrd="0" parTransId="{2567E926-5ABA-4F89-910D-A4E1A9620EEC}" sibTransId="{D4628B65-627D-407B-BBA5-66B65DDDE70D}"/>
    <dgm:cxn modelId="{A48D9AD1-3A5C-4127-AFC2-5E302000319F}" type="presOf" srcId="{474CC445-0645-4F93-8C4A-5D18FA73CB69}" destId="{86B85755-645E-4614-9043-C29935C262E7}" srcOrd="0" destOrd="0" presId="urn:microsoft.com/office/officeart/2005/8/layout/StepDownProcess"/>
    <dgm:cxn modelId="{2122ABE1-5558-460C-BF7D-EEBE86655666}" type="presOf" srcId="{F4D058C7-BA38-4215-9A08-78D87474F796}" destId="{73D281C3-D684-4F1C-A2E0-F2172EF6E564}" srcOrd="0" destOrd="0" presId="urn:microsoft.com/office/officeart/2005/8/layout/StepDownProcess"/>
    <dgm:cxn modelId="{2EC8FCB1-65E3-4809-98BC-36AD11444D63}" srcId="{474CC445-0645-4F93-8C4A-5D18FA73CB69}" destId="{1BBBDB51-96D2-40AF-A7C8-6D3EA09E9513}" srcOrd="1" destOrd="0" parTransId="{39E9A9EA-0A6F-411A-A68A-E421979FFAB3}" sibTransId="{F84B9B13-74D7-4B46-9B9E-FC6EC1803308}"/>
    <dgm:cxn modelId="{998FACF2-4FC5-4DD7-884A-8D9D50E37967}" srcId="{6B4E5AAF-8F74-42DF-93FC-6D1866385572}" destId="{474CC445-0645-4F93-8C4A-5D18FA73CB69}" srcOrd="2" destOrd="0" parTransId="{48AD0E4B-1923-4E00-9B96-D0B939C5AF3C}" sibTransId="{7BB81686-774B-46EC-A932-70171EE5C9E3}"/>
    <dgm:cxn modelId="{EB730374-CBB6-4739-A32C-8B6169034B5E}" srcId="{474CC445-0645-4F93-8C4A-5D18FA73CB69}" destId="{CAB43929-DACC-4AB6-B3CB-286002DAFB05}" srcOrd="0" destOrd="0" parTransId="{948BCEF4-62C5-46FE-B7ED-19EC9B6D3F59}" sibTransId="{44428B27-B90D-4340-8AB1-4A56466ED892}"/>
    <dgm:cxn modelId="{2D8C8BBE-D466-4E4A-92D7-6E745F8EA661}" type="presOf" srcId="{1BBBDB51-96D2-40AF-A7C8-6D3EA09E9513}" destId="{B72E61D6-B57E-46CA-BB7C-AE0F3D8CBD81}" srcOrd="0" destOrd="1" presId="urn:microsoft.com/office/officeart/2005/8/layout/StepDownProcess"/>
    <dgm:cxn modelId="{4DB1E586-7805-4251-BA89-E3037E9A2275}" type="presOf" srcId="{F950A724-460A-4BFD-8939-E5B859150147}" destId="{A3189000-931E-460C-BDD3-22E3648FC915}" srcOrd="0" destOrd="0" presId="urn:microsoft.com/office/officeart/2005/8/layout/StepDownProcess"/>
    <dgm:cxn modelId="{4DF9AA1E-40A3-4E8D-BEA7-7C8191CB8F9C}" srcId="{F950A724-460A-4BFD-8939-E5B859150147}" destId="{E26D32F6-6481-4288-A7CB-C19AB950AE6C}" srcOrd="0" destOrd="0" parTransId="{59DD64C5-DDBA-4401-BF0E-7279F62CD171}" sibTransId="{936AB4CA-7A19-4305-AA55-398070C8A7F9}"/>
    <dgm:cxn modelId="{AD860D81-5E38-4D8A-A8F2-1BF03D87EF13}" type="presOf" srcId="{CAB43929-DACC-4AB6-B3CB-286002DAFB05}" destId="{B72E61D6-B57E-46CA-BB7C-AE0F3D8CBD81}" srcOrd="0" destOrd="0" presId="urn:microsoft.com/office/officeart/2005/8/layout/StepDownProcess"/>
    <dgm:cxn modelId="{7A6837E4-DFEB-4A13-893F-6E5BD7EF5E34}" srcId="{6B4E5AAF-8F74-42DF-93FC-6D1866385572}" destId="{F950A724-460A-4BFD-8939-E5B859150147}" srcOrd="1" destOrd="0" parTransId="{11AF5EBA-3928-4395-933E-F0CF144A43AE}" sibTransId="{1B7AA78E-ECB9-41C7-8CAC-D45EFCA0F4B9}"/>
    <dgm:cxn modelId="{8A5FD91D-552F-4C64-9DB9-0CF795521256}" srcId="{6B4E5AAF-8F74-42DF-93FC-6D1866385572}" destId="{F4D058C7-BA38-4215-9A08-78D87474F796}" srcOrd="0" destOrd="0" parTransId="{A54B51F1-2AD7-4D8A-8764-3715041D45B9}" sibTransId="{FC64A733-E29C-4EEB-A1E5-D5F8F641C9C2}"/>
    <dgm:cxn modelId="{416E546C-EF77-48F0-9BD2-57EC6EBB207F}" type="presOf" srcId="{E26D32F6-6481-4288-A7CB-C19AB950AE6C}" destId="{234A28E5-79E2-44E8-83CB-27494A8207B6}" srcOrd="0" destOrd="0" presId="urn:microsoft.com/office/officeart/2005/8/layout/StepDownProcess"/>
    <dgm:cxn modelId="{B2A48E0F-DA31-43D9-80B9-66EBFB9A157F}" type="presOf" srcId="{1A90060F-B9F7-4072-84FE-0B814FF33C5D}" destId="{4F94AB41-C9B4-41B2-9F03-6B555707722F}" srcOrd="0" destOrd="0" presId="urn:microsoft.com/office/officeart/2005/8/layout/StepDownProcess"/>
    <dgm:cxn modelId="{FB726777-5147-40EC-BD41-EFE2F8CF3F3E}" type="presOf" srcId="{6B4E5AAF-8F74-42DF-93FC-6D1866385572}" destId="{5CF8D261-6832-47CF-82D2-4D05AAD5E896}" srcOrd="0" destOrd="0" presId="urn:microsoft.com/office/officeart/2005/8/layout/StepDownProcess"/>
    <dgm:cxn modelId="{6100A96E-F45B-46D0-989B-89A355F8A312}" type="presParOf" srcId="{5CF8D261-6832-47CF-82D2-4D05AAD5E896}" destId="{4E77F405-780F-4D23-88D2-BAF7F663AF4B}" srcOrd="0" destOrd="0" presId="urn:microsoft.com/office/officeart/2005/8/layout/StepDownProcess"/>
    <dgm:cxn modelId="{F44288A3-D8DC-40FB-A1A8-C514498DB816}" type="presParOf" srcId="{4E77F405-780F-4D23-88D2-BAF7F663AF4B}" destId="{2DE14040-C8B5-4D61-ADF2-B0D77F78E5D5}" srcOrd="0" destOrd="0" presId="urn:microsoft.com/office/officeart/2005/8/layout/StepDownProcess"/>
    <dgm:cxn modelId="{C7FD1C93-231B-4544-820B-1A94078D5958}" type="presParOf" srcId="{4E77F405-780F-4D23-88D2-BAF7F663AF4B}" destId="{73D281C3-D684-4F1C-A2E0-F2172EF6E564}" srcOrd="1" destOrd="0" presId="urn:microsoft.com/office/officeart/2005/8/layout/StepDownProcess"/>
    <dgm:cxn modelId="{CD646832-2711-4EAC-B6DB-55C68AE7E3B5}" type="presParOf" srcId="{4E77F405-780F-4D23-88D2-BAF7F663AF4B}" destId="{4F94AB41-C9B4-41B2-9F03-6B555707722F}" srcOrd="2" destOrd="0" presId="urn:microsoft.com/office/officeart/2005/8/layout/StepDownProcess"/>
    <dgm:cxn modelId="{9A6C5B88-EBB0-4B32-8207-6693F5DA7B5F}" type="presParOf" srcId="{5CF8D261-6832-47CF-82D2-4D05AAD5E896}" destId="{08DB4AA1-9196-4532-ACEC-2C8EBA2BD09B}" srcOrd="1" destOrd="0" presId="urn:microsoft.com/office/officeart/2005/8/layout/StepDownProcess"/>
    <dgm:cxn modelId="{2ACEE97B-FA5E-4E21-BD9D-553FC85A5BF8}" type="presParOf" srcId="{5CF8D261-6832-47CF-82D2-4D05AAD5E896}" destId="{11BFD279-3FF2-4F53-BC8C-C3D445DDEE1B}" srcOrd="2" destOrd="0" presId="urn:microsoft.com/office/officeart/2005/8/layout/StepDownProcess"/>
    <dgm:cxn modelId="{F7CD9BA4-A718-4A02-8E94-1BF04374921D}" type="presParOf" srcId="{11BFD279-3FF2-4F53-BC8C-C3D445DDEE1B}" destId="{10E89D31-A3F2-47C3-92C8-B922A3DD1EF7}" srcOrd="0" destOrd="0" presId="urn:microsoft.com/office/officeart/2005/8/layout/StepDownProcess"/>
    <dgm:cxn modelId="{418600D0-B264-4945-9D52-D302A9E395F4}" type="presParOf" srcId="{11BFD279-3FF2-4F53-BC8C-C3D445DDEE1B}" destId="{A3189000-931E-460C-BDD3-22E3648FC915}" srcOrd="1" destOrd="0" presId="urn:microsoft.com/office/officeart/2005/8/layout/StepDownProcess"/>
    <dgm:cxn modelId="{F4CDD9F7-E371-4F8F-B2FF-1A63D9590656}" type="presParOf" srcId="{11BFD279-3FF2-4F53-BC8C-C3D445DDEE1B}" destId="{234A28E5-79E2-44E8-83CB-27494A8207B6}" srcOrd="2" destOrd="0" presId="urn:microsoft.com/office/officeart/2005/8/layout/StepDownProcess"/>
    <dgm:cxn modelId="{B36507C0-818C-459B-93D5-BEF37BB8DD7A}" type="presParOf" srcId="{5CF8D261-6832-47CF-82D2-4D05AAD5E896}" destId="{334396A8-FD06-4ED9-86C7-E6289836E26A}" srcOrd="3" destOrd="0" presId="urn:microsoft.com/office/officeart/2005/8/layout/StepDownProcess"/>
    <dgm:cxn modelId="{033E844B-FFCF-4538-B11D-C3BFBB3E8450}" type="presParOf" srcId="{5CF8D261-6832-47CF-82D2-4D05AAD5E896}" destId="{C532B336-8299-461D-A8A7-D7BA56A8F7F2}" srcOrd="4" destOrd="0" presId="urn:microsoft.com/office/officeart/2005/8/layout/StepDownProcess"/>
    <dgm:cxn modelId="{7080CFD5-6210-4F60-9684-E324E4BCC949}" type="presParOf" srcId="{C532B336-8299-461D-A8A7-D7BA56A8F7F2}" destId="{86B85755-645E-4614-9043-C29935C262E7}" srcOrd="0" destOrd="0" presId="urn:microsoft.com/office/officeart/2005/8/layout/StepDownProcess"/>
    <dgm:cxn modelId="{177209CC-06C8-4E56-A175-EDA11CA97DBE}" type="presParOf" srcId="{C532B336-8299-461D-A8A7-D7BA56A8F7F2}" destId="{B72E61D6-B57E-46CA-BB7C-AE0F3D8CBD81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030E78-EA3F-44F1-A2EA-589E7B0327B5}" type="doc">
      <dgm:prSet loTypeId="urn:microsoft.com/office/officeart/2008/layout/SquareAccentLis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E9C0EE-3C02-4FE8-8E9B-1BC3590FA643}">
      <dgm:prSet phldrT="[Text]" custT="1"/>
      <dgm:spPr/>
      <dgm:t>
        <a:bodyPr/>
        <a:lstStyle/>
        <a:p>
          <a:r>
            <a:rPr lang="sr-Latn-ME" sz="3200" b="1" dirty="0" smtClean="0">
              <a:solidFill>
                <a:schemeClr val="bg1"/>
              </a:solidFill>
            </a:rPr>
            <a:t>Po stanovništvu</a:t>
          </a:r>
          <a:endParaRPr lang="en-US" sz="3200" b="1" dirty="0">
            <a:solidFill>
              <a:schemeClr val="bg1"/>
            </a:solidFill>
          </a:endParaRPr>
        </a:p>
      </dgm:t>
    </dgm:pt>
    <dgm:pt modelId="{AA1F5E1E-0054-4AF6-89AE-A4B70B85BC14}" type="parTrans" cxnId="{303EACF7-EA97-4A78-963A-617A052FA95B}">
      <dgm:prSet/>
      <dgm:spPr/>
      <dgm:t>
        <a:bodyPr/>
        <a:lstStyle/>
        <a:p>
          <a:endParaRPr lang="en-US"/>
        </a:p>
      </dgm:t>
    </dgm:pt>
    <dgm:pt modelId="{1A48303B-9F71-47F1-B6DD-8C02D40BFCC4}" type="sibTrans" cxnId="{303EACF7-EA97-4A78-963A-617A052FA95B}">
      <dgm:prSet/>
      <dgm:spPr/>
      <dgm:t>
        <a:bodyPr/>
        <a:lstStyle/>
        <a:p>
          <a:endParaRPr lang="en-US"/>
        </a:p>
      </dgm:t>
    </dgm:pt>
    <dgm:pt modelId="{8B2B96F0-3D93-4FC1-ACF7-9A253C55F14F}">
      <dgm:prSet phldrT="[Text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b="1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Bliže</a:t>
          </a:r>
          <a:r>
            <a:rPr lang="en-US" sz="1800" b="1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 </a:t>
          </a:r>
          <a:r>
            <a:rPr lang="en-US" sz="1800" b="1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naselju</a:t>
          </a:r>
          <a:r>
            <a:rPr lang="en-US" sz="1800" b="1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 → </a:t>
          </a:r>
          <a:r>
            <a:rPr lang="en-US" sz="1800" b="1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veća</a:t>
          </a:r>
          <a:r>
            <a:rPr lang="en-US" sz="1800" b="1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 </a:t>
          </a:r>
          <a:r>
            <a:rPr lang="en-US" sz="1800" b="1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težina</a:t>
          </a:r>
          <a:endParaRPr lang="en-US" sz="1800" b="1" cap="none" spc="50" dirty="0" smtClean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  <a:p>
          <a:pPr lvl="0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b="1" cap="none" spc="50" dirty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</dgm:t>
    </dgm:pt>
    <dgm:pt modelId="{F7A95DD2-4383-4C21-AFCA-7878D8CB2E09}" type="parTrans" cxnId="{5F70CC79-EEEA-4BA2-BB54-1C8970F1DD0A}">
      <dgm:prSet/>
      <dgm:spPr/>
      <dgm:t>
        <a:bodyPr/>
        <a:lstStyle/>
        <a:p>
          <a:endParaRPr lang="en-US"/>
        </a:p>
      </dgm:t>
    </dgm:pt>
    <dgm:pt modelId="{8D708BB8-8808-4BBE-87D6-F7C91504FFC6}" type="sibTrans" cxnId="{5F70CC79-EEEA-4BA2-BB54-1C8970F1DD0A}">
      <dgm:prSet/>
      <dgm:spPr/>
      <dgm:t>
        <a:bodyPr/>
        <a:lstStyle/>
        <a:p>
          <a:endParaRPr lang="en-US"/>
        </a:p>
      </dgm:t>
    </dgm:pt>
    <dgm:pt modelId="{38F2E44F-4C2D-4A53-B1CE-DDF2D7EF9712}">
      <dgm:prSet phldrT="[Text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b="1" cap="none" spc="5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Udaljenije → manja težina</a:t>
          </a:r>
        </a:p>
        <a:p>
          <a:pPr lvl="0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b="1" cap="none" spc="50" dirty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</dgm:t>
    </dgm:pt>
    <dgm:pt modelId="{4698D9E9-B639-4652-8EAD-B873591A8291}" type="parTrans" cxnId="{EDA594C4-6B41-4EDA-A263-BBB3DDDAF107}">
      <dgm:prSet/>
      <dgm:spPr/>
      <dgm:t>
        <a:bodyPr/>
        <a:lstStyle/>
        <a:p>
          <a:endParaRPr lang="en-US"/>
        </a:p>
      </dgm:t>
    </dgm:pt>
    <dgm:pt modelId="{237487D2-8226-45C4-A7B0-33B585BB2E06}" type="sibTrans" cxnId="{EDA594C4-6B41-4EDA-A263-BBB3DDDAF107}">
      <dgm:prSet/>
      <dgm:spPr/>
      <dgm:t>
        <a:bodyPr/>
        <a:lstStyle/>
        <a:p>
          <a:endParaRPr lang="en-US"/>
        </a:p>
      </dgm:t>
    </dgm:pt>
    <dgm:pt modelId="{BAA06BD6-7952-4123-812D-00F71690299B}">
      <dgm:prSet phldrT="[Text]" custT="1"/>
      <dgm:spPr/>
      <dgm:t>
        <a:bodyPr/>
        <a:lstStyle/>
        <a:p>
          <a:r>
            <a:rPr lang="sr-Latn-ME" sz="3200" b="1" dirty="0" smtClean="0">
              <a:solidFill>
                <a:schemeClr val="bg1"/>
              </a:solidFill>
            </a:rPr>
            <a:t>Po saobraćaju</a:t>
          </a:r>
          <a:endParaRPr lang="en-US" sz="3200" b="1" dirty="0">
            <a:solidFill>
              <a:schemeClr val="bg1"/>
            </a:solidFill>
          </a:endParaRPr>
        </a:p>
      </dgm:t>
    </dgm:pt>
    <dgm:pt modelId="{E3A4F632-B194-44E5-995F-642C8CCB3C45}" type="parTrans" cxnId="{663FDB72-EE7D-4D0B-8A26-3C3315F7BE35}">
      <dgm:prSet/>
      <dgm:spPr/>
      <dgm:t>
        <a:bodyPr/>
        <a:lstStyle/>
        <a:p>
          <a:endParaRPr lang="en-US"/>
        </a:p>
      </dgm:t>
    </dgm:pt>
    <dgm:pt modelId="{0687AC47-C208-418F-9750-BF961F10486B}" type="sibTrans" cxnId="{663FDB72-EE7D-4D0B-8A26-3C3315F7BE35}">
      <dgm:prSet/>
      <dgm:spPr/>
      <dgm:t>
        <a:bodyPr/>
        <a:lstStyle/>
        <a:p>
          <a:endParaRPr lang="en-US"/>
        </a:p>
      </dgm:t>
    </dgm:pt>
    <dgm:pt modelId="{A5128138-6EFC-4742-A736-D941046B5A48}">
      <dgm:prSet phldrT="[Text]" custT="1"/>
      <dgm:spPr/>
      <dgm:t>
        <a:bodyPr/>
        <a:lstStyle/>
        <a:p>
          <a:r>
            <a:rPr lang="en-US" sz="1800" b="1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Tivat-Budva</a:t>
          </a:r>
          <a:r>
            <a:rPr lang="en-US" sz="1800" b="1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: 14.572 </a:t>
          </a:r>
          <a:r>
            <a:rPr lang="en-US" sz="1800" b="1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vozila</a:t>
          </a:r>
          <a:r>
            <a:rPr lang="en-US" sz="1800" b="1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/</a:t>
          </a:r>
          <a:r>
            <a:rPr lang="en-US" sz="1800" b="1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dan</a:t>
          </a:r>
          <a:endParaRPr lang="en-US" b="1" cap="none" spc="50" dirty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</dgm:t>
    </dgm:pt>
    <dgm:pt modelId="{CA423D28-EFDD-4C61-A888-E738376B8E3D}" type="parTrans" cxnId="{01C2227A-FDBB-4E5A-AC3B-BB257C96D926}">
      <dgm:prSet/>
      <dgm:spPr/>
      <dgm:t>
        <a:bodyPr/>
        <a:lstStyle/>
        <a:p>
          <a:endParaRPr lang="en-US"/>
        </a:p>
      </dgm:t>
    </dgm:pt>
    <dgm:pt modelId="{D2DDC4DA-8065-4139-9491-C9F40BEC118E}" type="sibTrans" cxnId="{01C2227A-FDBB-4E5A-AC3B-BB257C96D926}">
      <dgm:prSet/>
      <dgm:spPr/>
      <dgm:t>
        <a:bodyPr/>
        <a:lstStyle/>
        <a:p>
          <a:endParaRPr lang="en-US"/>
        </a:p>
      </dgm:t>
    </dgm:pt>
    <dgm:pt modelId="{AD9DAF52-BA6D-4C0F-9755-D2DC8945DD8F}">
      <dgm:prSet phldrT="[Text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sr-Latn-ME" sz="1800" b="1" cap="none" spc="5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Š</a:t>
          </a:r>
          <a:r>
            <a:rPr lang="en-US" sz="1800" b="1" cap="none" spc="5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avnik-Plužine:  1.006 vozila/dan</a:t>
          </a:r>
        </a:p>
        <a:p>
          <a:pPr lvl="0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b="1" cap="none" spc="50" dirty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</dgm:t>
    </dgm:pt>
    <dgm:pt modelId="{EDC1E411-F476-46DD-A696-A59293006CB9}" type="parTrans" cxnId="{30E79518-8CE2-416D-8CC1-3234CEF0C0EE}">
      <dgm:prSet/>
      <dgm:spPr/>
      <dgm:t>
        <a:bodyPr/>
        <a:lstStyle/>
        <a:p>
          <a:endParaRPr lang="en-US"/>
        </a:p>
      </dgm:t>
    </dgm:pt>
    <dgm:pt modelId="{A1A7FB38-7EF9-4EBA-8C2D-256187D9499C}" type="sibTrans" cxnId="{30E79518-8CE2-416D-8CC1-3234CEF0C0EE}">
      <dgm:prSet/>
      <dgm:spPr/>
      <dgm:t>
        <a:bodyPr/>
        <a:lstStyle/>
        <a:p>
          <a:endParaRPr lang="en-US"/>
        </a:p>
      </dgm:t>
    </dgm:pt>
    <dgm:pt modelId="{1ACDF93E-AE7E-46D7-803E-08E5539A0E05}" type="pres">
      <dgm:prSet presAssocID="{41030E78-EA3F-44F1-A2EA-589E7B0327B5}" presName="layout" presStyleCnt="0">
        <dgm:presLayoutVars>
          <dgm:chMax/>
          <dgm:chPref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FFFC8782-FBC1-4CB8-824F-ECCD09BA9E8A}" type="pres">
      <dgm:prSet presAssocID="{D3E9C0EE-3C02-4FE8-8E9B-1BC3590FA643}" presName="root" presStyleCnt="0">
        <dgm:presLayoutVars>
          <dgm:chMax/>
          <dgm:chPref/>
        </dgm:presLayoutVars>
      </dgm:prSet>
      <dgm:spPr/>
    </dgm:pt>
    <dgm:pt modelId="{6C31DB36-9CD8-4604-BDBE-38D4D7C04247}" type="pres">
      <dgm:prSet presAssocID="{D3E9C0EE-3C02-4FE8-8E9B-1BC3590FA643}" presName="rootComposite" presStyleCnt="0">
        <dgm:presLayoutVars/>
      </dgm:prSet>
      <dgm:spPr/>
    </dgm:pt>
    <dgm:pt modelId="{36BFE475-D2EA-4A72-ACA6-9AD0C1608D7F}" type="pres">
      <dgm:prSet presAssocID="{D3E9C0EE-3C02-4FE8-8E9B-1BC3590FA643}" presName="ParentAccent" presStyleLbl="alignNode1" presStyleIdx="0" presStyleCnt="2"/>
      <dgm:spPr/>
    </dgm:pt>
    <dgm:pt modelId="{572294CB-D1EF-429C-9621-43FACF83FA5C}" type="pres">
      <dgm:prSet presAssocID="{D3E9C0EE-3C02-4FE8-8E9B-1BC3590FA643}" presName="ParentSmallAccent" presStyleLbl="fgAcc1" presStyleIdx="0" presStyleCnt="2" custLinFactNeighborX="-21988" custLinFactNeighborY="-62788"/>
      <dgm:spPr>
        <a:prstGeom prst="halfFrame">
          <a:avLst/>
        </a:prstGeom>
      </dgm:spPr>
    </dgm:pt>
    <dgm:pt modelId="{E5D65AEC-4387-438C-A1EB-809C66E92297}" type="pres">
      <dgm:prSet presAssocID="{D3E9C0EE-3C02-4FE8-8E9B-1BC3590FA643}" presName="Parent" presStyleLbl="revTx" presStyleIdx="0" presStyleCnt="6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033CC8-03A9-44AE-83F4-4992EAE24385}" type="pres">
      <dgm:prSet presAssocID="{D3E9C0EE-3C02-4FE8-8E9B-1BC3590FA643}" presName="childShape" presStyleCnt="0">
        <dgm:presLayoutVars>
          <dgm:chMax val="0"/>
          <dgm:chPref val="0"/>
        </dgm:presLayoutVars>
      </dgm:prSet>
      <dgm:spPr/>
    </dgm:pt>
    <dgm:pt modelId="{BB67613E-2F7C-4625-9823-F6249502AAFB}" type="pres">
      <dgm:prSet presAssocID="{8B2B96F0-3D93-4FC1-ACF7-9A253C55F14F}" presName="childComposite" presStyleCnt="0">
        <dgm:presLayoutVars>
          <dgm:chMax val="0"/>
          <dgm:chPref val="0"/>
        </dgm:presLayoutVars>
      </dgm:prSet>
      <dgm:spPr/>
    </dgm:pt>
    <dgm:pt modelId="{D97E796B-A3B4-4D36-B8BF-00FB90BDFF48}" type="pres">
      <dgm:prSet presAssocID="{8B2B96F0-3D93-4FC1-ACF7-9A253C55F14F}" presName="ChildAccent" presStyleLbl="solidFgAcc1" presStyleIdx="0" presStyleCnt="4"/>
      <dgm:spPr/>
    </dgm:pt>
    <dgm:pt modelId="{35F4F74F-0894-4727-95B8-828B4C601679}" type="pres">
      <dgm:prSet presAssocID="{8B2B96F0-3D93-4FC1-ACF7-9A253C55F14F}" presName="Child" presStyleLbl="revTx" presStyleIdx="1" presStyleCnt="6" custLinFactNeighborX="0" custLinFactNeighborY="1616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56A030-7214-4461-9003-535E1D55CB7A}" type="pres">
      <dgm:prSet presAssocID="{38F2E44F-4C2D-4A53-B1CE-DDF2D7EF9712}" presName="childComposite" presStyleCnt="0">
        <dgm:presLayoutVars>
          <dgm:chMax val="0"/>
          <dgm:chPref val="0"/>
        </dgm:presLayoutVars>
      </dgm:prSet>
      <dgm:spPr/>
    </dgm:pt>
    <dgm:pt modelId="{FC59C314-CBAC-4BB1-973E-A3EA9A702D0D}" type="pres">
      <dgm:prSet presAssocID="{38F2E44F-4C2D-4A53-B1CE-DDF2D7EF9712}" presName="ChildAccent" presStyleLbl="solidFgAcc1" presStyleIdx="1" presStyleCnt="4"/>
      <dgm:spPr/>
    </dgm:pt>
    <dgm:pt modelId="{02B99ED0-877F-4D50-B2F8-BBA723496128}" type="pres">
      <dgm:prSet presAssocID="{38F2E44F-4C2D-4A53-B1CE-DDF2D7EF9712}" presName="Child" presStyleLbl="revTx" presStyleIdx="2" presStyleCnt="6" custLinFactNeighborY="1750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A0F722-E051-4BA8-8088-74BFEB7B588A}" type="pres">
      <dgm:prSet presAssocID="{BAA06BD6-7952-4123-812D-00F71690299B}" presName="root" presStyleCnt="0">
        <dgm:presLayoutVars>
          <dgm:chMax/>
          <dgm:chPref/>
        </dgm:presLayoutVars>
      </dgm:prSet>
      <dgm:spPr/>
    </dgm:pt>
    <dgm:pt modelId="{7A0971D4-A08E-403C-B9F2-CB65FEB7AD94}" type="pres">
      <dgm:prSet presAssocID="{BAA06BD6-7952-4123-812D-00F71690299B}" presName="rootComposite" presStyleCnt="0">
        <dgm:presLayoutVars/>
      </dgm:prSet>
      <dgm:spPr/>
    </dgm:pt>
    <dgm:pt modelId="{F453F083-5B65-4059-8EAA-9FF6942BD1A2}" type="pres">
      <dgm:prSet presAssocID="{BAA06BD6-7952-4123-812D-00F71690299B}" presName="ParentAccent" presStyleLbl="alignNode1" presStyleIdx="1" presStyleCnt="2"/>
      <dgm:spPr/>
    </dgm:pt>
    <dgm:pt modelId="{1F9B6AEF-A750-4FB4-ADAA-388470BD0929}" type="pres">
      <dgm:prSet presAssocID="{BAA06BD6-7952-4123-812D-00F71690299B}" presName="ParentSmallAccent" presStyleLbl="fgAcc1" presStyleIdx="1" presStyleCnt="2" custLinFactNeighborX="-4230" custLinFactNeighborY="-63557"/>
      <dgm:spPr>
        <a:prstGeom prst="halfFrame">
          <a:avLst/>
        </a:prstGeom>
      </dgm:spPr>
    </dgm:pt>
    <dgm:pt modelId="{934D6B4D-7755-4B58-A1AD-5A5BF922E0CC}" type="pres">
      <dgm:prSet presAssocID="{BAA06BD6-7952-4123-812D-00F71690299B}" presName="Parent" presStyleLbl="revTx" presStyleIdx="3" presStyleCnt="6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6BAF28-61C6-4DD9-BF5C-61A708AE12C6}" type="pres">
      <dgm:prSet presAssocID="{BAA06BD6-7952-4123-812D-00F71690299B}" presName="childShape" presStyleCnt="0">
        <dgm:presLayoutVars>
          <dgm:chMax val="0"/>
          <dgm:chPref val="0"/>
        </dgm:presLayoutVars>
      </dgm:prSet>
      <dgm:spPr/>
    </dgm:pt>
    <dgm:pt modelId="{D614753F-CC84-4B9F-AEC6-FF1602F6E625}" type="pres">
      <dgm:prSet presAssocID="{A5128138-6EFC-4742-A736-D941046B5A48}" presName="childComposite" presStyleCnt="0">
        <dgm:presLayoutVars>
          <dgm:chMax val="0"/>
          <dgm:chPref val="0"/>
        </dgm:presLayoutVars>
      </dgm:prSet>
      <dgm:spPr/>
    </dgm:pt>
    <dgm:pt modelId="{3110B31B-E8FF-4010-A7B7-43D190FB7A35}" type="pres">
      <dgm:prSet presAssocID="{A5128138-6EFC-4742-A736-D941046B5A48}" presName="ChildAccent" presStyleLbl="solidFgAcc1" presStyleIdx="2" presStyleCnt="4"/>
      <dgm:spPr/>
    </dgm:pt>
    <dgm:pt modelId="{7BCA9D89-B224-4C75-A397-0DB9410B0794}" type="pres">
      <dgm:prSet presAssocID="{A5128138-6EFC-4742-A736-D941046B5A48}" presName="Child" presStyleLbl="revTx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8D6FC4-C44B-4368-A277-1E3251080763}" type="pres">
      <dgm:prSet presAssocID="{AD9DAF52-BA6D-4C0F-9755-D2DC8945DD8F}" presName="childComposite" presStyleCnt="0">
        <dgm:presLayoutVars>
          <dgm:chMax val="0"/>
          <dgm:chPref val="0"/>
        </dgm:presLayoutVars>
      </dgm:prSet>
      <dgm:spPr/>
    </dgm:pt>
    <dgm:pt modelId="{996657D2-52A1-4D60-A99E-7E04E8CE3306}" type="pres">
      <dgm:prSet presAssocID="{AD9DAF52-BA6D-4C0F-9755-D2DC8945DD8F}" presName="ChildAccent" presStyleLbl="solidFgAcc1" presStyleIdx="3" presStyleCnt="4"/>
      <dgm:spPr/>
    </dgm:pt>
    <dgm:pt modelId="{2AEBC428-E201-4284-A685-DC8C5ED435BC}" type="pres">
      <dgm:prSet presAssocID="{AD9DAF52-BA6D-4C0F-9755-D2DC8945DD8F}" presName="Child" presStyleLbl="revTx" presStyleIdx="5" presStyleCnt="6" custLinFactNeighborY="1750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8DCE239-06F2-474B-897D-07CFDF1A96B4}" type="presOf" srcId="{BAA06BD6-7952-4123-812D-00F71690299B}" destId="{934D6B4D-7755-4B58-A1AD-5A5BF922E0CC}" srcOrd="0" destOrd="0" presId="urn:microsoft.com/office/officeart/2008/layout/SquareAccentList"/>
    <dgm:cxn modelId="{506D6F53-E98A-4675-A5A1-2B17A8C55EC8}" type="presOf" srcId="{A5128138-6EFC-4742-A736-D941046B5A48}" destId="{7BCA9D89-B224-4C75-A397-0DB9410B0794}" srcOrd="0" destOrd="0" presId="urn:microsoft.com/office/officeart/2008/layout/SquareAccentList"/>
    <dgm:cxn modelId="{5F70CC79-EEEA-4BA2-BB54-1C8970F1DD0A}" srcId="{D3E9C0EE-3C02-4FE8-8E9B-1BC3590FA643}" destId="{8B2B96F0-3D93-4FC1-ACF7-9A253C55F14F}" srcOrd="0" destOrd="0" parTransId="{F7A95DD2-4383-4C21-AFCA-7878D8CB2E09}" sibTransId="{8D708BB8-8808-4BBE-87D6-F7C91504FFC6}"/>
    <dgm:cxn modelId="{01C2227A-FDBB-4E5A-AC3B-BB257C96D926}" srcId="{BAA06BD6-7952-4123-812D-00F71690299B}" destId="{A5128138-6EFC-4742-A736-D941046B5A48}" srcOrd="0" destOrd="0" parTransId="{CA423D28-EFDD-4C61-A888-E738376B8E3D}" sibTransId="{D2DDC4DA-8065-4139-9491-C9F40BEC118E}"/>
    <dgm:cxn modelId="{30E79518-8CE2-416D-8CC1-3234CEF0C0EE}" srcId="{BAA06BD6-7952-4123-812D-00F71690299B}" destId="{AD9DAF52-BA6D-4C0F-9755-D2DC8945DD8F}" srcOrd="1" destOrd="0" parTransId="{EDC1E411-F476-46DD-A696-A59293006CB9}" sibTransId="{A1A7FB38-7EF9-4EBA-8C2D-256187D9499C}"/>
    <dgm:cxn modelId="{9F1D6E5F-333F-4A96-9478-01F52366AF89}" type="presOf" srcId="{38F2E44F-4C2D-4A53-B1CE-DDF2D7EF9712}" destId="{02B99ED0-877F-4D50-B2F8-BBA723496128}" srcOrd="0" destOrd="0" presId="urn:microsoft.com/office/officeart/2008/layout/SquareAccentList"/>
    <dgm:cxn modelId="{6FE1D6D5-8B05-4195-B77A-6524CC590D2A}" type="presOf" srcId="{D3E9C0EE-3C02-4FE8-8E9B-1BC3590FA643}" destId="{E5D65AEC-4387-438C-A1EB-809C66E92297}" srcOrd="0" destOrd="0" presId="urn:microsoft.com/office/officeart/2008/layout/SquareAccentList"/>
    <dgm:cxn modelId="{663FDB72-EE7D-4D0B-8A26-3C3315F7BE35}" srcId="{41030E78-EA3F-44F1-A2EA-589E7B0327B5}" destId="{BAA06BD6-7952-4123-812D-00F71690299B}" srcOrd="1" destOrd="0" parTransId="{E3A4F632-B194-44E5-995F-642C8CCB3C45}" sibTransId="{0687AC47-C208-418F-9750-BF961F10486B}"/>
    <dgm:cxn modelId="{303EACF7-EA97-4A78-963A-617A052FA95B}" srcId="{41030E78-EA3F-44F1-A2EA-589E7B0327B5}" destId="{D3E9C0EE-3C02-4FE8-8E9B-1BC3590FA643}" srcOrd="0" destOrd="0" parTransId="{AA1F5E1E-0054-4AF6-89AE-A4B70B85BC14}" sibTransId="{1A48303B-9F71-47F1-B6DD-8C02D40BFCC4}"/>
    <dgm:cxn modelId="{37F30369-AF51-4FC5-A57F-CB49AA470271}" type="presOf" srcId="{8B2B96F0-3D93-4FC1-ACF7-9A253C55F14F}" destId="{35F4F74F-0894-4727-95B8-828B4C601679}" srcOrd="0" destOrd="0" presId="urn:microsoft.com/office/officeart/2008/layout/SquareAccentList"/>
    <dgm:cxn modelId="{22A3B1B0-CC16-49F5-97AE-BC326451C5A5}" type="presOf" srcId="{AD9DAF52-BA6D-4C0F-9755-D2DC8945DD8F}" destId="{2AEBC428-E201-4284-A685-DC8C5ED435BC}" srcOrd="0" destOrd="0" presId="urn:microsoft.com/office/officeart/2008/layout/SquareAccentList"/>
    <dgm:cxn modelId="{EDA594C4-6B41-4EDA-A263-BBB3DDDAF107}" srcId="{D3E9C0EE-3C02-4FE8-8E9B-1BC3590FA643}" destId="{38F2E44F-4C2D-4A53-B1CE-DDF2D7EF9712}" srcOrd="1" destOrd="0" parTransId="{4698D9E9-B639-4652-8EAD-B873591A8291}" sibTransId="{237487D2-8226-45C4-A7B0-33B585BB2E06}"/>
    <dgm:cxn modelId="{56980C67-CE74-4015-BDE5-C1DE6014CD6B}" type="presOf" srcId="{41030E78-EA3F-44F1-A2EA-589E7B0327B5}" destId="{1ACDF93E-AE7E-46D7-803E-08E5539A0E05}" srcOrd="0" destOrd="0" presId="urn:microsoft.com/office/officeart/2008/layout/SquareAccentList"/>
    <dgm:cxn modelId="{068D2FF8-74A4-47C0-9AE2-797BCF7DACC0}" type="presParOf" srcId="{1ACDF93E-AE7E-46D7-803E-08E5539A0E05}" destId="{FFFC8782-FBC1-4CB8-824F-ECCD09BA9E8A}" srcOrd="0" destOrd="0" presId="urn:microsoft.com/office/officeart/2008/layout/SquareAccentList"/>
    <dgm:cxn modelId="{284D5EE9-0596-4D7E-87F2-9F8610744F65}" type="presParOf" srcId="{FFFC8782-FBC1-4CB8-824F-ECCD09BA9E8A}" destId="{6C31DB36-9CD8-4604-BDBE-38D4D7C04247}" srcOrd="0" destOrd="0" presId="urn:microsoft.com/office/officeart/2008/layout/SquareAccentList"/>
    <dgm:cxn modelId="{F2AD20E9-66F2-4A24-AB51-4C5750B39676}" type="presParOf" srcId="{6C31DB36-9CD8-4604-BDBE-38D4D7C04247}" destId="{36BFE475-D2EA-4A72-ACA6-9AD0C1608D7F}" srcOrd="0" destOrd="0" presId="urn:microsoft.com/office/officeart/2008/layout/SquareAccentList"/>
    <dgm:cxn modelId="{E183F678-03D1-452A-B869-FEFA71BEDF0E}" type="presParOf" srcId="{6C31DB36-9CD8-4604-BDBE-38D4D7C04247}" destId="{572294CB-D1EF-429C-9621-43FACF83FA5C}" srcOrd="1" destOrd="0" presId="urn:microsoft.com/office/officeart/2008/layout/SquareAccentList"/>
    <dgm:cxn modelId="{228FE186-772B-4954-A851-0886A3E73E17}" type="presParOf" srcId="{6C31DB36-9CD8-4604-BDBE-38D4D7C04247}" destId="{E5D65AEC-4387-438C-A1EB-809C66E92297}" srcOrd="2" destOrd="0" presId="urn:microsoft.com/office/officeart/2008/layout/SquareAccentList"/>
    <dgm:cxn modelId="{E4A64F3C-8375-4094-9AD3-894A17B7CD6C}" type="presParOf" srcId="{FFFC8782-FBC1-4CB8-824F-ECCD09BA9E8A}" destId="{CE033CC8-03A9-44AE-83F4-4992EAE24385}" srcOrd="1" destOrd="0" presId="urn:microsoft.com/office/officeart/2008/layout/SquareAccentList"/>
    <dgm:cxn modelId="{88F794E3-F1D2-41D2-B811-1333BB6C1B98}" type="presParOf" srcId="{CE033CC8-03A9-44AE-83F4-4992EAE24385}" destId="{BB67613E-2F7C-4625-9823-F6249502AAFB}" srcOrd="0" destOrd="0" presId="urn:microsoft.com/office/officeart/2008/layout/SquareAccentList"/>
    <dgm:cxn modelId="{76A6A279-EF32-46B0-A5C7-5F90328F33A0}" type="presParOf" srcId="{BB67613E-2F7C-4625-9823-F6249502AAFB}" destId="{D97E796B-A3B4-4D36-B8BF-00FB90BDFF48}" srcOrd="0" destOrd="0" presId="urn:microsoft.com/office/officeart/2008/layout/SquareAccentList"/>
    <dgm:cxn modelId="{100BE774-61AF-45E4-9281-D48A45146541}" type="presParOf" srcId="{BB67613E-2F7C-4625-9823-F6249502AAFB}" destId="{35F4F74F-0894-4727-95B8-828B4C601679}" srcOrd="1" destOrd="0" presId="urn:microsoft.com/office/officeart/2008/layout/SquareAccentList"/>
    <dgm:cxn modelId="{A92F8723-7C66-4588-A948-0BECB91BC1F9}" type="presParOf" srcId="{CE033CC8-03A9-44AE-83F4-4992EAE24385}" destId="{7056A030-7214-4461-9003-535E1D55CB7A}" srcOrd="1" destOrd="0" presId="urn:microsoft.com/office/officeart/2008/layout/SquareAccentList"/>
    <dgm:cxn modelId="{D3CB0A81-A78A-4FC5-9460-1C2D4288BAF2}" type="presParOf" srcId="{7056A030-7214-4461-9003-535E1D55CB7A}" destId="{FC59C314-CBAC-4BB1-973E-A3EA9A702D0D}" srcOrd="0" destOrd="0" presId="urn:microsoft.com/office/officeart/2008/layout/SquareAccentList"/>
    <dgm:cxn modelId="{25BE1900-7A7E-4600-80C3-3DD317113710}" type="presParOf" srcId="{7056A030-7214-4461-9003-535E1D55CB7A}" destId="{02B99ED0-877F-4D50-B2F8-BBA723496128}" srcOrd="1" destOrd="0" presId="urn:microsoft.com/office/officeart/2008/layout/SquareAccentList"/>
    <dgm:cxn modelId="{F8B893EC-C05D-4C1D-82F9-19F4B1C5D91E}" type="presParOf" srcId="{1ACDF93E-AE7E-46D7-803E-08E5539A0E05}" destId="{CBA0F722-E051-4BA8-8088-74BFEB7B588A}" srcOrd="1" destOrd="0" presId="urn:microsoft.com/office/officeart/2008/layout/SquareAccentList"/>
    <dgm:cxn modelId="{7A3F774A-D0A6-4B35-A887-454BBC544D9A}" type="presParOf" srcId="{CBA0F722-E051-4BA8-8088-74BFEB7B588A}" destId="{7A0971D4-A08E-403C-B9F2-CB65FEB7AD94}" srcOrd="0" destOrd="0" presId="urn:microsoft.com/office/officeart/2008/layout/SquareAccentList"/>
    <dgm:cxn modelId="{B56ABEFD-A874-4887-B09A-0A6AB368DCEE}" type="presParOf" srcId="{7A0971D4-A08E-403C-B9F2-CB65FEB7AD94}" destId="{F453F083-5B65-4059-8EAA-9FF6942BD1A2}" srcOrd="0" destOrd="0" presId="urn:microsoft.com/office/officeart/2008/layout/SquareAccentList"/>
    <dgm:cxn modelId="{1C4BB607-DFB3-4660-825B-CB611F3D6434}" type="presParOf" srcId="{7A0971D4-A08E-403C-B9F2-CB65FEB7AD94}" destId="{1F9B6AEF-A750-4FB4-ADAA-388470BD0929}" srcOrd="1" destOrd="0" presId="urn:microsoft.com/office/officeart/2008/layout/SquareAccentList"/>
    <dgm:cxn modelId="{471226D1-308C-4A67-9A4D-C67E6C17E5BB}" type="presParOf" srcId="{7A0971D4-A08E-403C-B9F2-CB65FEB7AD94}" destId="{934D6B4D-7755-4B58-A1AD-5A5BF922E0CC}" srcOrd="2" destOrd="0" presId="urn:microsoft.com/office/officeart/2008/layout/SquareAccentList"/>
    <dgm:cxn modelId="{634B7A73-3012-49E3-AB72-B8943B264CB6}" type="presParOf" srcId="{CBA0F722-E051-4BA8-8088-74BFEB7B588A}" destId="{B96BAF28-61C6-4DD9-BF5C-61A708AE12C6}" srcOrd="1" destOrd="0" presId="urn:microsoft.com/office/officeart/2008/layout/SquareAccentList"/>
    <dgm:cxn modelId="{4FF5D8EC-020A-479A-9465-3D4B46F6F16B}" type="presParOf" srcId="{B96BAF28-61C6-4DD9-BF5C-61A708AE12C6}" destId="{D614753F-CC84-4B9F-AEC6-FF1602F6E625}" srcOrd="0" destOrd="0" presId="urn:microsoft.com/office/officeart/2008/layout/SquareAccentList"/>
    <dgm:cxn modelId="{5196CAF9-690C-445D-8A42-C05DC9186613}" type="presParOf" srcId="{D614753F-CC84-4B9F-AEC6-FF1602F6E625}" destId="{3110B31B-E8FF-4010-A7B7-43D190FB7A35}" srcOrd="0" destOrd="0" presId="urn:microsoft.com/office/officeart/2008/layout/SquareAccentList"/>
    <dgm:cxn modelId="{6350AD48-1D46-43E9-A5D0-89E0006DF77A}" type="presParOf" srcId="{D614753F-CC84-4B9F-AEC6-FF1602F6E625}" destId="{7BCA9D89-B224-4C75-A397-0DB9410B0794}" srcOrd="1" destOrd="0" presId="urn:microsoft.com/office/officeart/2008/layout/SquareAccentList"/>
    <dgm:cxn modelId="{07CD233B-B129-4B85-85A9-F95BAD84C816}" type="presParOf" srcId="{B96BAF28-61C6-4DD9-BF5C-61A708AE12C6}" destId="{498D6FC4-C44B-4368-A277-1E3251080763}" srcOrd="1" destOrd="0" presId="urn:microsoft.com/office/officeart/2008/layout/SquareAccentList"/>
    <dgm:cxn modelId="{8F9F61F9-1101-4DA5-A12E-C2534A119A7A}" type="presParOf" srcId="{498D6FC4-C44B-4368-A277-1E3251080763}" destId="{996657D2-52A1-4D60-A99E-7E04E8CE3306}" srcOrd="0" destOrd="0" presId="urn:microsoft.com/office/officeart/2008/layout/SquareAccentList"/>
    <dgm:cxn modelId="{4F174543-DBFE-4764-923B-E406EB840600}" type="presParOf" srcId="{498D6FC4-C44B-4368-A277-1E3251080763}" destId="{2AEBC428-E201-4284-A685-DC8C5ED435BC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C383668-CF46-41DF-A356-5716D5FFDE7F}" type="doc">
      <dgm:prSet loTypeId="urn:microsoft.com/office/officeart/2005/8/layout/target3" loCatId="list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22B22E4-0A49-4A2F-82EA-14F3A05360FA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mtClean="0"/>
            <a:t>Parametri vozila:</a:t>
          </a:r>
        </a:p>
        <a:p>
          <a:pPr lvl="0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dirty="0"/>
        </a:p>
      </dgm:t>
    </dgm:pt>
    <dgm:pt modelId="{352669D8-6422-474E-9564-668C876BEF2E}" type="parTrans" cxnId="{3BE76C73-073B-4F9A-B92A-24B59201DB0F}">
      <dgm:prSet/>
      <dgm:spPr/>
      <dgm:t>
        <a:bodyPr/>
        <a:lstStyle/>
        <a:p>
          <a:endParaRPr lang="en-US"/>
        </a:p>
      </dgm:t>
    </dgm:pt>
    <dgm:pt modelId="{360D3193-2AC2-48D9-8BC7-4ECC6E6FE00D}" type="sibTrans" cxnId="{3BE76C73-073B-4F9A-B92A-24B59201DB0F}">
      <dgm:prSet/>
      <dgm:spPr/>
      <dgm:t>
        <a:bodyPr/>
        <a:lstStyle/>
        <a:p>
          <a:endParaRPr lang="en-US"/>
        </a:p>
      </dgm:t>
    </dgm:pt>
    <dgm:pt modelId="{C7474ECB-3C94-4B77-B7B2-5865EEBFAAAC}">
      <dgm:prSet phldrT="[Text]"/>
      <dgm:spPr/>
      <dgm:t>
        <a:bodyPr/>
        <a:lstStyle/>
        <a:p>
          <a:r>
            <a:rPr lang="en-US" smtClean="0"/>
            <a:t>Kapacitet baterije: 40 kWh</a:t>
          </a:r>
          <a:endParaRPr lang="en-US" dirty="0" smtClean="0"/>
        </a:p>
      </dgm:t>
    </dgm:pt>
    <dgm:pt modelId="{8DF1D0C8-EF02-49A5-933C-964CFD5BFB3D}" type="parTrans" cxnId="{17772009-7420-4862-8E9B-AD1FBC4F2925}">
      <dgm:prSet/>
      <dgm:spPr/>
      <dgm:t>
        <a:bodyPr/>
        <a:lstStyle/>
        <a:p>
          <a:endParaRPr lang="en-US"/>
        </a:p>
      </dgm:t>
    </dgm:pt>
    <dgm:pt modelId="{45D4B64A-A278-466E-9EBC-3A45A8AD50B0}" type="sibTrans" cxnId="{17772009-7420-4862-8E9B-AD1FBC4F2925}">
      <dgm:prSet/>
      <dgm:spPr/>
      <dgm:t>
        <a:bodyPr/>
        <a:lstStyle/>
        <a:p>
          <a:endParaRPr lang="en-US"/>
        </a:p>
      </dgm:t>
    </dgm:pt>
    <dgm:pt modelId="{CA0659E0-8132-41DB-B741-1387D4561548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mtClean="0"/>
            <a:t>Proces:</a:t>
          </a:r>
        </a:p>
        <a:p>
          <a:pPr lvl="0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dirty="0"/>
        </a:p>
      </dgm:t>
    </dgm:pt>
    <dgm:pt modelId="{3D5073EC-4199-4E96-95FB-12A0C71D7D79}" type="parTrans" cxnId="{B670CB08-78F8-494E-9CF3-7AEF68D0E430}">
      <dgm:prSet/>
      <dgm:spPr/>
      <dgm:t>
        <a:bodyPr/>
        <a:lstStyle/>
        <a:p>
          <a:endParaRPr lang="en-US"/>
        </a:p>
      </dgm:t>
    </dgm:pt>
    <dgm:pt modelId="{16B14A02-75B1-4795-8D8A-607B8CC78831}" type="sibTrans" cxnId="{B670CB08-78F8-494E-9CF3-7AEF68D0E430}">
      <dgm:prSet/>
      <dgm:spPr/>
      <dgm:t>
        <a:bodyPr/>
        <a:lstStyle/>
        <a:p>
          <a:endParaRPr lang="en-US"/>
        </a:p>
      </dgm:t>
    </dgm:pt>
    <dgm:pt modelId="{9C427C18-37A0-4D26-A368-83A4DFB87198}">
      <dgm:prSet phldrT="[Text]"/>
      <dgm:spPr/>
      <dgm:t>
        <a:bodyPr/>
        <a:lstStyle/>
        <a:p>
          <a:r>
            <a:rPr lang="en-US" smtClean="0"/>
            <a:t>Vozila počinju iz domova</a:t>
          </a:r>
          <a:endParaRPr lang="en-US" dirty="0"/>
        </a:p>
      </dgm:t>
    </dgm:pt>
    <dgm:pt modelId="{D60F4DBD-9379-4573-B220-8441A1A66B43}" type="parTrans" cxnId="{B3751494-AF8C-415B-801B-3AF5CE1A4B4E}">
      <dgm:prSet/>
      <dgm:spPr/>
      <dgm:t>
        <a:bodyPr/>
        <a:lstStyle/>
        <a:p>
          <a:endParaRPr lang="en-US"/>
        </a:p>
      </dgm:t>
    </dgm:pt>
    <dgm:pt modelId="{14DDA506-7343-498C-B527-8E4F4D4D5776}" type="sibTrans" cxnId="{B3751494-AF8C-415B-801B-3AF5CE1A4B4E}">
      <dgm:prSet/>
      <dgm:spPr/>
      <dgm:t>
        <a:bodyPr/>
        <a:lstStyle/>
        <a:p>
          <a:endParaRPr lang="en-US"/>
        </a:p>
      </dgm:t>
    </dgm:pt>
    <dgm:pt modelId="{51FC92E1-21E0-4215-AC4F-3143E627C712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sr-Latn-ME" smtClean="0"/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mtClean="0"/>
            <a:t>METRIKE IZLAZA:</a:t>
          </a:r>
        </a:p>
        <a:p>
          <a:pPr lvl="0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dirty="0"/>
        </a:p>
      </dgm:t>
    </dgm:pt>
    <dgm:pt modelId="{981FBCC5-997F-4CB1-8189-55A34CDC775D}" type="parTrans" cxnId="{1F06CDEB-A3A6-44FC-ACA7-A5C62A92D30D}">
      <dgm:prSet/>
      <dgm:spPr/>
      <dgm:t>
        <a:bodyPr/>
        <a:lstStyle/>
        <a:p>
          <a:endParaRPr lang="en-US"/>
        </a:p>
      </dgm:t>
    </dgm:pt>
    <dgm:pt modelId="{DE252241-BCDB-4B23-92CC-BA8E840EB928}" type="sibTrans" cxnId="{1F06CDEB-A3A6-44FC-ACA7-A5C62A92D30D}">
      <dgm:prSet/>
      <dgm:spPr/>
      <dgm:t>
        <a:bodyPr/>
        <a:lstStyle/>
        <a:p>
          <a:endParaRPr lang="en-US"/>
        </a:p>
      </dgm:t>
    </dgm:pt>
    <dgm:pt modelId="{E3E1DAF4-FACE-43A5-8913-2DCCCB695161}">
      <dgm:prSet phldrT="[Text]"/>
      <dgm:spPr/>
      <dgm:t>
        <a:bodyPr/>
        <a:lstStyle/>
        <a:p>
          <a:r>
            <a:rPr lang="en-US" smtClean="0"/>
            <a:t>Prosječno vrijeme čekanja</a:t>
          </a:r>
          <a:endParaRPr lang="en-US" dirty="0"/>
        </a:p>
      </dgm:t>
    </dgm:pt>
    <dgm:pt modelId="{5F8570C4-FC60-4F9A-8866-D861AF5C27D8}" type="parTrans" cxnId="{CE8368DE-83D9-4073-803B-2C3B03227034}">
      <dgm:prSet/>
      <dgm:spPr/>
      <dgm:t>
        <a:bodyPr/>
        <a:lstStyle/>
        <a:p>
          <a:endParaRPr lang="en-US"/>
        </a:p>
      </dgm:t>
    </dgm:pt>
    <dgm:pt modelId="{31ADDE67-29CB-49BB-9B67-549AB630C0A1}" type="sibTrans" cxnId="{CE8368DE-83D9-4073-803B-2C3B03227034}">
      <dgm:prSet/>
      <dgm:spPr/>
      <dgm:t>
        <a:bodyPr/>
        <a:lstStyle/>
        <a:p>
          <a:endParaRPr lang="en-US"/>
        </a:p>
      </dgm:t>
    </dgm:pt>
    <dgm:pt modelId="{CB0C4F78-A506-4B6E-9F12-0B8376AF9118}">
      <dgm:prSet phldrT="[Text]"/>
      <dgm:spPr/>
      <dgm:t>
        <a:bodyPr/>
        <a:lstStyle/>
        <a:p>
          <a:r>
            <a:rPr lang="en-US" smtClean="0"/>
            <a:t>Domet: 250 km</a:t>
          </a:r>
          <a:endParaRPr lang="en-US" dirty="0" smtClean="0"/>
        </a:p>
      </dgm:t>
    </dgm:pt>
    <dgm:pt modelId="{77003969-B5A9-4BEF-921E-B79F011FD1FD}" type="parTrans" cxnId="{7B928F4B-02E6-460E-BC63-55337EBC2057}">
      <dgm:prSet/>
      <dgm:spPr/>
      <dgm:t>
        <a:bodyPr/>
        <a:lstStyle/>
        <a:p>
          <a:endParaRPr lang="en-US"/>
        </a:p>
      </dgm:t>
    </dgm:pt>
    <dgm:pt modelId="{7D96504E-94EF-4A2C-BA24-9D5C3CEC09E2}" type="sibTrans" cxnId="{7B928F4B-02E6-460E-BC63-55337EBC2057}">
      <dgm:prSet/>
      <dgm:spPr/>
      <dgm:t>
        <a:bodyPr/>
        <a:lstStyle/>
        <a:p>
          <a:endParaRPr lang="en-US"/>
        </a:p>
      </dgm:t>
    </dgm:pt>
    <dgm:pt modelId="{82457854-6069-40B6-A421-CED78F1D2850}">
      <dgm:prSet phldrT="[Text]"/>
      <dgm:spPr/>
      <dgm:t>
        <a:bodyPr/>
        <a:lstStyle/>
        <a:p>
          <a:r>
            <a:rPr lang="en-US" smtClean="0"/>
            <a:t>Brzina: 60 km/h</a:t>
          </a:r>
          <a:endParaRPr lang="en-US" dirty="0" smtClean="0"/>
        </a:p>
      </dgm:t>
    </dgm:pt>
    <dgm:pt modelId="{E83D191F-2495-4534-AA83-6754EB6F3C66}" type="parTrans" cxnId="{83DCF068-F19E-448A-8BC2-D67CA1A6427F}">
      <dgm:prSet/>
      <dgm:spPr/>
      <dgm:t>
        <a:bodyPr/>
        <a:lstStyle/>
        <a:p>
          <a:endParaRPr lang="en-US"/>
        </a:p>
      </dgm:t>
    </dgm:pt>
    <dgm:pt modelId="{0008CFB5-5ECF-4485-BF31-C4752CCBB218}" type="sibTrans" cxnId="{83DCF068-F19E-448A-8BC2-D67CA1A6427F}">
      <dgm:prSet/>
      <dgm:spPr/>
      <dgm:t>
        <a:bodyPr/>
        <a:lstStyle/>
        <a:p>
          <a:endParaRPr lang="en-US"/>
        </a:p>
      </dgm:t>
    </dgm:pt>
    <dgm:pt modelId="{75F12622-9473-4151-B834-2198E0A92068}">
      <dgm:prSet phldrT="[Text]"/>
      <dgm:spPr/>
      <dgm:t>
        <a:bodyPr/>
        <a:lstStyle/>
        <a:p>
          <a:r>
            <a:rPr lang="en-US" smtClean="0"/>
            <a:t>Punjenje do: 80%</a:t>
          </a:r>
          <a:endParaRPr lang="en-US" dirty="0" smtClean="0"/>
        </a:p>
      </dgm:t>
    </dgm:pt>
    <dgm:pt modelId="{6574C65F-6084-43C8-BC73-E93C95742F7B}" type="parTrans" cxnId="{0E4E150F-4E21-4C31-BFA7-28302CFA9537}">
      <dgm:prSet/>
      <dgm:spPr/>
      <dgm:t>
        <a:bodyPr/>
        <a:lstStyle/>
        <a:p>
          <a:endParaRPr lang="en-US"/>
        </a:p>
      </dgm:t>
    </dgm:pt>
    <dgm:pt modelId="{5E4AC9A9-71C8-4C65-A7AA-5152E53E031F}" type="sibTrans" cxnId="{0E4E150F-4E21-4C31-BFA7-28302CFA9537}">
      <dgm:prSet/>
      <dgm:spPr/>
      <dgm:t>
        <a:bodyPr/>
        <a:lstStyle/>
        <a:p>
          <a:endParaRPr lang="en-US"/>
        </a:p>
      </dgm:t>
    </dgm:pt>
    <dgm:pt modelId="{6F66A716-BE88-4546-B38B-BB4124FC44D2}">
      <dgm:prSet phldrT="[Text]"/>
      <dgm:spPr/>
      <dgm:t>
        <a:bodyPr/>
        <a:lstStyle/>
        <a:p>
          <a:r>
            <a:rPr lang="en-US" smtClean="0"/>
            <a:t>Putuju ka destinacijama</a:t>
          </a:r>
          <a:endParaRPr lang="en-US" dirty="0"/>
        </a:p>
      </dgm:t>
    </dgm:pt>
    <dgm:pt modelId="{BD43FAF9-2B24-4736-ADD4-69215A5A5189}" type="parTrans" cxnId="{57104F26-8764-4DF0-87F9-82D709B74D38}">
      <dgm:prSet/>
      <dgm:spPr/>
      <dgm:t>
        <a:bodyPr/>
        <a:lstStyle/>
        <a:p>
          <a:endParaRPr lang="en-US"/>
        </a:p>
      </dgm:t>
    </dgm:pt>
    <dgm:pt modelId="{E1F9CADC-D9B4-4033-8DFB-E5C3A2B2A8A8}" type="sibTrans" cxnId="{57104F26-8764-4DF0-87F9-82D709B74D38}">
      <dgm:prSet/>
      <dgm:spPr/>
      <dgm:t>
        <a:bodyPr/>
        <a:lstStyle/>
        <a:p>
          <a:endParaRPr lang="en-US"/>
        </a:p>
      </dgm:t>
    </dgm:pt>
    <dgm:pt modelId="{576EBC33-326C-4AF2-BBF2-316DA05A806C}">
      <dgm:prSet phldrT="[Text]"/>
      <dgm:spPr/>
      <dgm:t>
        <a:bodyPr/>
        <a:lstStyle/>
        <a:p>
          <a:r>
            <a:rPr lang="en-US" smtClean="0"/>
            <a:t>Pali se na 20% → traže EVCS</a:t>
          </a:r>
          <a:endParaRPr lang="en-US" dirty="0"/>
        </a:p>
      </dgm:t>
    </dgm:pt>
    <dgm:pt modelId="{BBBE0606-B013-430B-8622-EE9517CF253C}" type="parTrans" cxnId="{35F5D9EC-388E-4D67-86AA-E6A1D5F673DB}">
      <dgm:prSet/>
      <dgm:spPr/>
      <dgm:t>
        <a:bodyPr/>
        <a:lstStyle/>
        <a:p>
          <a:endParaRPr lang="en-US"/>
        </a:p>
      </dgm:t>
    </dgm:pt>
    <dgm:pt modelId="{52BF4501-38AD-467D-B973-0314808E7BC2}" type="sibTrans" cxnId="{35F5D9EC-388E-4D67-86AA-E6A1D5F673DB}">
      <dgm:prSet/>
      <dgm:spPr/>
      <dgm:t>
        <a:bodyPr/>
        <a:lstStyle/>
        <a:p>
          <a:endParaRPr lang="en-US"/>
        </a:p>
      </dgm:t>
    </dgm:pt>
    <dgm:pt modelId="{2AD15B30-3AB0-4C4B-8DF3-64DC3D0F70AD}">
      <dgm:prSet phldrT="[Text]"/>
      <dgm:spPr/>
      <dgm:t>
        <a:bodyPr/>
        <a:lstStyle/>
        <a:p>
          <a:r>
            <a:rPr lang="en-US" smtClean="0"/>
            <a:t>Odabir stanice (rastojanje + čekanje)</a:t>
          </a:r>
        </a:p>
        <a:p>
          <a:endParaRPr lang="en-US" dirty="0"/>
        </a:p>
      </dgm:t>
    </dgm:pt>
    <dgm:pt modelId="{FC16D507-5613-42EF-8CD6-B445772B44B0}" type="parTrans" cxnId="{3F1DFD5F-A535-4375-A45A-0585A6686D95}">
      <dgm:prSet/>
      <dgm:spPr/>
      <dgm:t>
        <a:bodyPr/>
        <a:lstStyle/>
        <a:p>
          <a:endParaRPr lang="en-US"/>
        </a:p>
      </dgm:t>
    </dgm:pt>
    <dgm:pt modelId="{725EBCB7-2833-469B-8247-8919B2A19EFB}" type="sibTrans" cxnId="{3F1DFD5F-A535-4375-A45A-0585A6686D95}">
      <dgm:prSet/>
      <dgm:spPr/>
      <dgm:t>
        <a:bodyPr/>
        <a:lstStyle/>
        <a:p>
          <a:endParaRPr lang="en-US"/>
        </a:p>
      </dgm:t>
    </dgm:pt>
    <dgm:pt modelId="{33F6EE85-DCC5-4E6C-9679-C9843C06B7F2}">
      <dgm:prSet/>
      <dgm:spPr/>
      <dgm:t>
        <a:bodyPr/>
        <a:lstStyle/>
        <a:p>
          <a:r>
            <a:rPr lang="en-US" dirty="0" err="1" smtClean="0"/>
            <a:t>Broj</a:t>
          </a:r>
          <a:r>
            <a:rPr lang="en-US" dirty="0" smtClean="0"/>
            <a:t> </a:t>
          </a:r>
          <a:r>
            <a:rPr lang="en-US" dirty="0" err="1" smtClean="0"/>
            <a:t>vozila</a:t>
          </a:r>
          <a:r>
            <a:rPr lang="en-US" dirty="0" smtClean="0"/>
            <a:t> </a:t>
          </a:r>
          <a:r>
            <a:rPr lang="en-US" dirty="0" err="1" smtClean="0"/>
            <a:t>koja</a:t>
          </a:r>
          <a:r>
            <a:rPr lang="en-US" dirty="0" smtClean="0"/>
            <a:t> se </a:t>
          </a:r>
          <a:r>
            <a:rPr lang="en-US" dirty="0" err="1" smtClean="0"/>
            <a:t>nisu</a:t>
          </a:r>
          <a:r>
            <a:rPr lang="en-US" dirty="0" smtClean="0"/>
            <a:t> </a:t>
          </a:r>
          <a:r>
            <a:rPr lang="en-US" dirty="0" err="1" smtClean="0"/>
            <a:t>punila</a:t>
          </a:r>
          <a:endParaRPr lang="en-US" dirty="0"/>
        </a:p>
      </dgm:t>
    </dgm:pt>
    <dgm:pt modelId="{1DDE64CA-0730-4B06-9649-CA5D17CAB5BB}" type="parTrans" cxnId="{B677162F-35AA-4C76-AF87-BF1CD72D6832}">
      <dgm:prSet/>
      <dgm:spPr/>
      <dgm:t>
        <a:bodyPr/>
        <a:lstStyle/>
        <a:p>
          <a:endParaRPr lang="en-US"/>
        </a:p>
      </dgm:t>
    </dgm:pt>
    <dgm:pt modelId="{78259EA4-E152-4AEA-9841-EFF3ECE7B810}" type="sibTrans" cxnId="{B677162F-35AA-4C76-AF87-BF1CD72D6832}">
      <dgm:prSet/>
      <dgm:spPr/>
      <dgm:t>
        <a:bodyPr/>
        <a:lstStyle/>
        <a:p>
          <a:endParaRPr lang="en-US"/>
        </a:p>
      </dgm:t>
    </dgm:pt>
    <dgm:pt modelId="{625448E6-5C1D-41F6-AD38-FB9DAC3FC063}">
      <dgm:prSet phldrT="[Text]"/>
      <dgm:spPr/>
      <dgm:t>
        <a:bodyPr/>
        <a:lstStyle/>
        <a:p>
          <a:r>
            <a:rPr lang="en-US" smtClean="0"/>
            <a:t>Maksimalno vrijeme čekanja</a:t>
          </a:r>
          <a:endParaRPr lang="en-US" dirty="0"/>
        </a:p>
      </dgm:t>
    </dgm:pt>
    <dgm:pt modelId="{3AECF190-7EFF-48D4-B052-C6CE67590732}" type="parTrans" cxnId="{791FDD4B-006C-40F8-9ADC-C3CC1F7A6A9E}">
      <dgm:prSet/>
      <dgm:spPr/>
      <dgm:t>
        <a:bodyPr/>
        <a:lstStyle/>
        <a:p>
          <a:endParaRPr lang="en-US"/>
        </a:p>
      </dgm:t>
    </dgm:pt>
    <dgm:pt modelId="{54F1C4A6-C091-4643-AE61-A8357E2EA76C}" type="sibTrans" cxnId="{791FDD4B-006C-40F8-9ADC-C3CC1F7A6A9E}">
      <dgm:prSet/>
      <dgm:spPr/>
      <dgm:t>
        <a:bodyPr/>
        <a:lstStyle/>
        <a:p>
          <a:endParaRPr lang="en-US"/>
        </a:p>
      </dgm:t>
    </dgm:pt>
    <dgm:pt modelId="{1DA8F38C-EFF6-452C-B757-6F774F7D396A}">
      <dgm:prSet phldrT="[Text]"/>
      <dgm:spPr/>
      <dgm:t>
        <a:bodyPr/>
        <a:lstStyle/>
        <a:p>
          <a:r>
            <a:rPr lang="en-US" smtClean="0"/>
            <a:t>Iskorištenost sistema</a:t>
          </a:r>
          <a:endParaRPr lang="en-US" dirty="0"/>
        </a:p>
      </dgm:t>
    </dgm:pt>
    <dgm:pt modelId="{73E63558-A033-438E-BF49-A23F22AF9B02}" type="parTrans" cxnId="{1F3F678D-6DC2-4541-B695-04005E9E8638}">
      <dgm:prSet/>
      <dgm:spPr/>
      <dgm:t>
        <a:bodyPr/>
        <a:lstStyle/>
        <a:p>
          <a:endParaRPr lang="en-US"/>
        </a:p>
      </dgm:t>
    </dgm:pt>
    <dgm:pt modelId="{F1BD1DC5-C95F-45DE-8A0A-A0AA67C522C5}" type="sibTrans" cxnId="{1F3F678D-6DC2-4541-B695-04005E9E8638}">
      <dgm:prSet/>
      <dgm:spPr/>
      <dgm:t>
        <a:bodyPr/>
        <a:lstStyle/>
        <a:p>
          <a:endParaRPr lang="en-US"/>
        </a:p>
      </dgm:t>
    </dgm:pt>
    <dgm:pt modelId="{26560BA1-14B9-410E-A9BF-A725DA45EAC1}" type="pres">
      <dgm:prSet presAssocID="{1C383668-CF46-41DF-A356-5716D5FFDE7F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C92272-7F06-4624-83F3-2D7661D8E9FD}" type="pres">
      <dgm:prSet presAssocID="{F22B22E4-0A49-4A2F-82EA-14F3A05360FA}" presName="circle1" presStyleLbl="node1" presStyleIdx="0" presStyleCnt="3"/>
      <dgm:spPr/>
    </dgm:pt>
    <dgm:pt modelId="{3A6F74B5-26F3-410A-8257-2A37282A0337}" type="pres">
      <dgm:prSet presAssocID="{F22B22E4-0A49-4A2F-82EA-14F3A05360FA}" presName="space" presStyleCnt="0"/>
      <dgm:spPr/>
    </dgm:pt>
    <dgm:pt modelId="{63E2BB71-B0EA-4ECB-A8BA-67E8F2E69990}" type="pres">
      <dgm:prSet presAssocID="{F22B22E4-0A49-4A2F-82EA-14F3A05360FA}" presName="rect1" presStyleLbl="alignAcc1" presStyleIdx="0" presStyleCnt="3"/>
      <dgm:spPr/>
      <dgm:t>
        <a:bodyPr/>
        <a:lstStyle/>
        <a:p>
          <a:endParaRPr lang="en-US"/>
        </a:p>
      </dgm:t>
    </dgm:pt>
    <dgm:pt modelId="{560405DF-B19B-4B5B-94DF-9F0A459E7E10}" type="pres">
      <dgm:prSet presAssocID="{CA0659E0-8132-41DB-B741-1387D4561548}" presName="vertSpace2" presStyleLbl="node1" presStyleIdx="0" presStyleCnt="3"/>
      <dgm:spPr/>
    </dgm:pt>
    <dgm:pt modelId="{07686603-DDE5-4BAA-94D4-01326063FFD1}" type="pres">
      <dgm:prSet presAssocID="{CA0659E0-8132-41DB-B741-1387D4561548}" presName="circle2" presStyleLbl="node1" presStyleIdx="1" presStyleCnt="3"/>
      <dgm:spPr/>
    </dgm:pt>
    <dgm:pt modelId="{A74E66CD-4DA2-4BF3-89C5-9F8E46095FE1}" type="pres">
      <dgm:prSet presAssocID="{CA0659E0-8132-41DB-B741-1387D4561548}" presName="rect2" presStyleLbl="alignAcc1" presStyleIdx="1" presStyleCnt="3"/>
      <dgm:spPr/>
      <dgm:t>
        <a:bodyPr/>
        <a:lstStyle/>
        <a:p>
          <a:endParaRPr lang="en-US"/>
        </a:p>
      </dgm:t>
    </dgm:pt>
    <dgm:pt modelId="{09575636-BEEB-4815-9B1F-2D91CBC5395F}" type="pres">
      <dgm:prSet presAssocID="{51FC92E1-21E0-4215-AC4F-3143E627C712}" presName="vertSpace3" presStyleLbl="node1" presStyleIdx="1" presStyleCnt="3"/>
      <dgm:spPr/>
    </dgm:pt>
    <dgm:pt modelId="{41981919-D78C-44F2-A88B-9D76B608111E}" type="pres">
      <dgm:prSet presAssocID="{51FC92E1-21E0-4215-AC4F-3143E627C712}" presName="circle3" presStyleLbl="node1" presStyleIdx="2" presStyleCnt="3"/>
      <dgm:spPr/>
    </dgm:pt>
    <dgm:pt modelId="{A9ABE568-2A04-4DDF-9EC2-3FD75B9CA27F}" type="pres">
      <dgm:prSet presAssocID="{51FC92E1-21E0-4215-AC4F-3143E627C712}" presName="rect3" presStyleLbl="alignAcc1" presStyleIdx="2" presStyleCnt="3" custLinFactNeighborY="-5515"/>
      <dgm:spPr/>
      <dgm:t>
        <a:bodyPr/>
        <a:lstStyle/>
        <a:p>
          <a:endParaRPr lang="en-US"/>
        </a:p>
      </dgm:t>
    </dgm:pt>
    <dgm:pt modelId="{EF423EC7-B7E9-4ABB-A0AF-356B42600C0B}" type="pres">
      <dgm:prSet presAssocID="{F22B22E4-0A49-4A2F-82EA-14F3A05360FA}" presName="rect1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F5AA3F-757F-44D2-A66E-53C78BA70251}" type="pres">
      <dgm:prSet presAssocID="{F22B22E4-0A49-4A2F-82EA-14F3A05360FA}" presName="rect1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64370F-6A4C-41D9-B4A9-29A1B1814E8F}" type="pres">
      <dgm:prSet presAssocID="{CA0659E0-8132-41DB-B741-1387D4561548}" presName="rect2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0352D1-545E-4352-9DF7-F893E9A17D2B}" type="pres">
      <dgm:prSet presAssocID="{CA0659E0-8132-41DB-B741-1387D4561548}" presName="rect2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495DFF-DCA7-41CF-A11C-1BA15969B51B}" type="pres">
      <dgm:prSet presAssocID="{51FC92E1-21E0-4215-AC4F-3143E627C712}" presName="rect3ParTx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C96013-92E5-4CAB-85B0-6B512E7F8A68}" type="pres">
      <dgm:prSet presAssocID="{51FC92E1-21E0-4215-AC4F-3143E627C712}" presName="rect3ChTx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AECF4C4-6B72-4179-B21F-81BD1BC57A4F}" type="presOf" srcId="{1C383668-CF46-41DF-A356-5716D5FFDE7F}" destId="{26560BA1-14B9-410E-A9BF-A725DA45EAC1}" srcOrd="0" destOrd="0" presId="urn:microsoft.com/office/officeart/2005/8/layout/target3"/>
    <dgm:cxn modelId="{B1A8EE56-12F3-4149-BEE4-EEA560C7F74A}" type="presOf" srcId="{6F66A716-BE88-4546-B38B-BB4124FC44D2}" destId="{BF0352D1-545E-4352-9DF7-F893E9A17D2B}" srcOrd="0" destOrd="1" presId="urn:microsoft.com/office/officeart/2005/8/layout/target3"/>
    <dgm:cxn modelId="{1F06CDEB-A3A6-44FC-ACA7-A5C62A92D30D}" srcId="{1C383668-CF46-41DF-A356-5716D5FFDE7F}" destId="{51FC92E1-21E0-4215-AC4F-3143E627C712}" srcOrd="2" destOrd="0" parTransId="{981FBCC5-997F-4CB1-8189-55A34CDC775D}" sibTransId="{DE252241-BCDB-4B23-92CC-BA8E840EB928}"/>
    <dgm:cxn modelId="{80DE8DC1-24DE-4821-BBF3-F0E6C695F03B}" type="presOf" srcId="{33F6EE85-DCC5-4E6C-9679-C9843C06B7F2}" destId="{47C96013-92E5-4CAB-85B0-6B512E7F8A68}" srcOrd="0" destOrd="3" presId="urn:microsoft.com/office/officeart/2005/8/layout/target3"/>
    <dgm:cxn modelId="{791FDD4B-006C-40F8-9ADC-C3CC1F7A6A9E}" srcId="{51FC92E1-21E0-4215-AC4F-3143E627C712}" destId="{625448E6-5C1D-41F6-AD38-FB9DAC3FC063}" srcOrd="1" destOrd="0" parTransId="{3AECF190-7EFF-48D4-B052-C6CE67590732}" sibTransId="{54F1C4A6-C091-4643-AE61-A8357E2EA76C}"/>
    <dgm:cxn modelId="{89D1DAA6-7000-4B82-A2F0-2C1545585795}" type="presOf" srcId="{2AD15B30-3AB0-4C4B-8DF3-64DC3D0F70AD}" destId="{BF0352D1-545E-4352-9DF7-F893E9A17D2B}" srcOrd="0" destOrd="3" presId="urn:microsoft.com/office/officeart/2005/8/layout/target3"/>
    <dgm:cxn modelId="{83DCF068-F19E-448A-8BC2-D67CA1A6427F}" srcId="{F22B22E4-0A49-4A2F-82EA-14F3A05360FA}" destId="{82457854-6069-40B6-A421-CED78F1D2850}" srcOrd="2" destOrd="0" parTransId="{E83D191F-2495-4534-AA83-6754EB6F3C66}" sibTransId="{0008CFB5-5ECF-4485-BF31-C4752CCBB218}"/>
    <dgm:cxn modelId="{57104F26-8764-4DF0-87F9-82D709B74D38}" srcId="{CA0659E0-8132-41DB-B741-1387D4561548}" destId="{6F66A716-BE88-4546-B38B-BB4124FC44D2}" srcOrd="1" destOrd="0" parTransId="{BD43FAF9-2B24-4736-ADD4-69215A5A5189}" sibTransId="{E1F9CADC-D9B4-4033-8DFB-E5C3A2B2A8A8}"/>
    <dgm:cxn modelId="{4304D3B3-B79B-4890-B924-10638D310E5A}" type="presOf" srcId="{E3E1DAF4-FACE-43A5-8913-2DCCCB695161}" destId="{47C96013-92E5-4CAB-85B0-6B512E7F8A68}" srcOrd="0" destOrd="0" presId="urn:microsoft.com/office/officeart/2005/8/layout/target3"/>
    <dgm:cxn modelId="{7DD75528-D419-4526-9A4A-219D740074DD}" type="presOf" srcId="{51FC92E1-21E0-4215-AC4F-3143E627C712}" destId="{5C495DFF-DCA7-41CF-A11C-1BA15969B51B}" srcOrd="1" destOrd="0" presId="urn:microsoft.com/office/officeart/2005/8/layout/target3"/>
    <dgm:cxn modelId="{3F1DFD5F-A535-4375-A45A-0585A6686D95}" srcId="{CA0659E0-8132-41DB-B741-1387D4561548}" destId="{2AD15B30-3AB0-4C4B-8DF3-64DC3D0F70AD}" srcOrd="3" destOrd="0" parTransId="{FC16D507-5613-42EF-8CD6-B445772B44B0}" sibTransId="{725EBCB7-2833-469B-8247-8919B2A19EFB}"/>
    <dgm:cxn modelId="{69F7A4C2-D912-4743-8A5A-F9BBCB9EC3CC}" type="presOf" srcId="{576EBC33-326C-4AF2-BBF2-316DA05A806C}" destId="{BF0352D1-545E-4352-9DF7-F893E9A17D2B}" srcOrd="0" destOrd="2" presId="urn:microsoft.com/office/officeart/2005/8/layout/target3"/>
    <dgm:cxn modelId="{D4D62766-666D-4DE7-A18F-F72EEDE03034}" type="presOf" srcId="{9C427C18-37A0-4D26-A368-83A4DFB87198}" destId="{BF0352D1-545E-4352-9DF7-F893E9A17D2B}" srcOrd="0" destOrd="0" presId="urn:microsoft.com/office/officeart/2005/8/layout/target3"/>
    <dgm:cxn modelId="{7B928F4B-02E6-460E-BC63-55337EBC2057}" srcId="{F22B22E4-0A49-4A2F-82EA-14F3A05360FA}" destId="{CB0C4F78-A506-4B6E-9F12-0B8376AF9118}" srcOrd="1" destOrd="0" parTransId="{77003969-B5A9-4BEF-921E-B79F011FD1FD}" sibTransId="{7D96504E-94EF-4A2C-BA24-9D5C3CEC09E2}"/>
    <dgm:cxn modelId="{17772009-7420-4862-8E9B-AD1FBC4F2925}" srcId="{F22B22E4-0A49-4A2F-82EA-14F3A05360FA}" destId="{C7474ECB-3C94-4B77-B7B2-5865EEBFAAAC}" srcOrd="0" destOrd="0" parTransId="{8DF1D0C8-EF02-49A5-933C-964CFD5BFB3D}" sibTransId="{45D4B64A-A278-466E-9EBC-3A45A8AD50B0}"/>
    <dgm:cxn modelId="{0A4D0614-7EB7-4F92-8480-93120ECB96EF}" type="presOf" srcId="{51FC92E1-21E0-4215-AC4F-3143E627C712}" destId="{A9ABE568-2A04-4DDF-9EC2-3FD75B9CA27F}" srcOrd="0" destOrd="0" presId="urn:microsoft.com/office/officeart/2005/8/layout/target3"/>
    <dgm:cxn modelId="{1F3F678D-6DC2-4541-B695-04005E9E8638}" srcId="{51FC92E1-21E0-4215-AC4F-3143E627C712}" destId="{1DA8F38C-EFF6-452C-B757-6F774F7D396A}" srcOrd="2" destOrd="0" parTransId="{73E63558-A033-438E-BF49-A23F22AF9B02}" sibTransId="{F1BD1DC5-C95F-45DE-8A0A-A0AA67C522C5}"/>
    <dgm:cxn modelId="{B3751494-AF8C-415B-801B-3AF5CE1A4B4E}" srcId="{CA0659E0-8132-41DB-B741-1387D4561548}" destId="{9C427C18-37A0-4D26-A368-83A4DFB87198}" srcOrd="0" destOrd="0" parTransId="{D60F4DBD-9379-4573-B220-8441A1A66B43}" sibTransId="{14DDA506-7343-498C-B527-8E4F4D4D5776}"/>
    <dgm:cxn modelId="{35F5D9EC-388E-4D67-86AA-E6A1D5F673DB}" srcId="{CA0659E0-8132-41DB-B741-1387D4561548}" destId="{576EBC33-326C-4AF2-BBF2-316DA05A806C}" srcOrd="2" destOrd="0" parTransId="{BBBE0606-B013-430B-8622-EE9517CF253C}" sibTransId="{52BF4501-38AD-467D-B973-0314808E7BC2}"/>
    <dgm:cxn modelId="{368B2B62-9A46-4F7C-9159-FF02F95B373F}" type="presOf" srcId="{C7474ECB-3C94-4B77-B7B2-5865EEBFAAAC}" destId="{76F5AA3F-757F-44D2-A66E-53C78BA70251}" srcOrd="0" destOrd="0" presId="urn:microsoft.com/office/officeart/2005/8/layout/target3"/>
    <dgm:cxn modelId="{037F4847-140F-4D3A-AB83-31E7821BAF68}" type="presOf" srcId="{CB0C4F78-A506-4B6E-9F12-0B8376AF9118}" destId="{76F5AA3F-757F-44D2-A66E-53C78BA70251}" srcOrd="0" destOrd="1" presId="urn:microsoft.com/office/officeart/2005/8/layout/target3"/>
    <dgm:cxn modelId="{9067F04E-4970-44EE-BC2C-D9BCEDDA68D4}" type="presOf" srcId="{1DA8F38C-EFF6-452C-B757-6F774F7D396A}" destId="{47C96013-92E5-4CAB-85B0-6B512E7F8A68}" srcOrd="0" destOrd="2" presId="urn:microsoft.com/office/officeart/2005/8/layout/target3"/>
    <dgm:cxn modelId="{26FC064F-BDCB-4FB0-84F0-E264A811E45B}" type="presOf" srcId="{82457854-6069-40B6-A421-CED78F1D2850}" destId="{76F5AA3F-757F-44D2-A66E-53C78BA70251}" srcOrd="0" destOrd="2" presId="urn:microsoft.com/office/officeart/2005/8/layout/target3"/>
    <dgm:cxn modelId="{B670CB08-78F8-494E-9CF3-7AEF68D0E430}" srcId="{1C383668-CF46-41DF-A356-5716D5FFDE7F}" destId="{CA0659E0-8132-41DB-B741-1387D4561548}" srcOrd="1" destOrd="0" parTransId="{3D5073EC-4199-4E96-95FB-12A0C71D7D79}" sibTransId="{16B14A02-75B1-4795-8D8A-607B8CC78831}"/>
    <dgm:cxn modelId="{C6B5DA4E-5883-43AF-A1E3-370DC6A5C785}" type="presOf" srcId="{CA0659E0-8132-41DB-B741-1387D4561548}" destId="{9A64370F-6A4C-41D9-B4A9-29A1B1814E8F}" srcOrd="1" destOrd="0" presId="urn:microsoft.com/office/officeart/2005/8/layout/target3"/>
    <dgm:cxn modelId="{0E4E150F-4E21-4C31-BFA7-28302CFA9537}" srcId="{F22B22E4-0A49-4A2F-82EA-14F3A05360FA}" destId="{75F12622-9473-4151-B834-2198E0A92068}" srcOrd="3" destOrd="0" parTransId="{6574C65F-6084-43C8-BC73-E93C95742F7B}" sibTransId="{5E4AC9A9-71C8-4C65-A7AA-5152E53E031F}"/>
    <dgm:cxn modelId="{B677162F-35AA-4C76-AF87-BF1CD72D6832}" srcId="{51FC92E1-21E0-4215-AC4F-3143E627C712}" destId="{33F6EE85-DCC5-4E6C-9679-C9843C06B7F2}" srcOrd="3" destOrd="0" parTransId="{1DDE64CA-0730-4B06-9649-CA5D17CAB5BB}" sibTransId="{78259EA4-E152-4AEA-9841-EFF3ECE7B810}"/>
    <dgm:cxn modelId="{F580942E-3E84-46BB-A68F-D024B86B2BE0}" type="presOf" srcId="{75F12622-9473-4151-B834-2198E0A92068}" destId="{76F5AA3F-757F-44D2-A66E-53C78BA70251}" srcOrd="0" destOrd="3" presId="urn:microsoft.com/office/officeart/2005/8/layout/target3"/>
    <dgm:cxn modelId="{837B58A6-0CA8-4F9E-85C4-50C018065C8D}" type="presOf" srcId="{625448E6-5C1D-41F6-AD38-FB9DAC3FC063}" destId="{47C96013-92E5-4CAB-85B0-6B512E7F8A68}" srcOrd="0" destOrd="1" presId="urn:microsoft.com/office/officeart/2005/8/layout/target3"/>
    <dgm:cxn modelId="{1EDAAE36-98BE-4714-9013-D9D68D60D9EF}" type="presOf" srcId="{F22B22E4-0A49-4A2F-82EA-14F3A05360FA}" destId="{63E2BB71-B0EA-4ECB-A8BA-67E8F2E69990}" srcOrd="0" destOrd="0" presId="urn:microsoft.com/office/officeart/2005/8/layout/target3"/>
    <dgm:cxn modelId="{CE8368DE-83D9-4073-803B-2C3B03227034}" srcId="{51FC92E1-21E0-4215-AC4F-3143E627C712}" destId="{E3E1DAF4-FACE-43A5-8913-2DCCCB695161}" srcOrd="0" destOrd="0" parTransId="{5F8570C4-FC60-4F9A-8866-D861AF5C27D8}" sibTransId="{31ADDE67-29CB-49BB-9B67-549AB630C0A1}"/>
    <dgm:cxn modelId="{E5EAC913-6C4C-497E-B3B3-E8FF0E70B489}" type="presOf" srcId="{F22B22E4-0A49-4A2F-82EA-14F3A05360FA}" destId="{EF423EC7-B7E9-4ABB-A0AF-356B42600C0B}" srcOrd="1" destOrd="0" presId="urn:microsoft.com/office/officeart/2005/8/layout/target3"/>
    <dgm:cxn modelId="{C89D62FF-5C11-47D3-B5DE-71CCE93CBBDF}" type="presOf" srcId="{CA0659E0-8132-41DB-B741-1387D4561548}" destId="{A74E66CD-4DA2-4BF3-89C5-9F8E46095FE1}" srcOrd="0" destOrd="0" presId="urn:microsoft.com/office/officeart/2005/8/layout/target3"/>
    <dgm:cxn modelId="{3BE76C73-073B-4F9A-B92A-24B59201DB0F}" srcId="{1C383668-CF46-41DF-A356-5716D5FFDE7F}" destId="{F22B22E4-0A49-4A2F-82EA-14F3A05360FA}" srcOrd="0" destOrd="0" parTransId="{352669D8-6422-474E-9564-668C876BEF2E}" sibTransId="{360D3193-2AC2-48D9-8BC7-4ECC6E6FE00D}"/>
    <dgm:cxn modelId="{8276B318-8373-4BFA-A6B1-A8A77F4F284C}" type="presParOf" srcId="{26560BA1-14B9-410E-A9BF-A725DA45EAC1}" destId="{8BC92272-7F06-4624-83F3-2D7661D8E9FD}" srcOrd="0" destOrd="0" presId="urn:microsoft.com/office/officeart/2005/8/layout/target3"/>
    <dgm:cxn modelId="{7422D76B-AF0A-4A78-B1E5-23A22950FDF4}" type="presParOf" srcId="{26560BA1-14B9-410E-A9BF-A725DA45EAC1}" destId="{3A6F74B5-26F3-410A-8257-2A37282A0337}" srcOrd="1" destOrd="0" presId="urn:microsoft.com/office/officeart/2005/8/layout/target3"/>
    <dgm:cxn modelId="{7A264DB7-FA66-4CD8-9FD3-CE0A7963A1FC}" type="presParOf" srcId="{26560BA1-14B9-410E-A9BF-A725DA45EAC1}" destId="{63E2BB71-B0EA-4ECB-A8BA-67E8F2E69990}" srcOrd="2" destOrd="0" presId="urn:microsoft.com/office/officeart/2005/8/layout/target3"/>
    <dgm:cxn modelId="{C9C0E7D6-6377-4D64-ACA1-5E254CB4651D}" type="presParOf" srcId="{26560BA1-14B9-410E-A9BF-A725DA45EAC1}" destId="{560405DF-B19B-4B5B-94DF-9F0A459E7E10}" srcOrd="3" destOrd="0" presId="urn:microsoft.com/office/officeart/2005/8/layout/target3"/>
    <dgm:cxn modelId="{85C6E7CB-7D80-4457-BDD1-5171B76EA4C7}" type="presParOf" srcId="{26560BA1-14B9-410E-A9BF-A725DA45EAC1}" destId="{07686603-DDE5-4BAA-94D4-01326063FFD1}" srcOrd="4" destOrd="0" presId="urn:microsoft.com/office/officeart/2005/8/layout/target3"/>
    <dgm:cxn modelId="{AF5E4F9F-DB8E-4173-AF2C-6B0D8D6D8316}" type="presParOf" srcId="{26560BA1-14B9-410E-A9BF-A725DA45EAC1}" destId="{A74E66CD-4DA2-4BF3-89C5-9F8E46095FE1}" srcOrd="5" destOrd="0" presId="urn:microsoft.com/office/officeart/2005/8/layout/target3"/>
    <dgm:cxn modelId="{7962AE91-7623-41F4-99A0-57A05561A7F0}" type="presParOf" srcId="{26560BA1-14B9-410E-A9BF-A725DA45EAC1}" destId="{09575636-BEEB-4815-9B1F-2D91CBC5395F}" srcOrd="6" destOrd="0" presId="urn:microsoft.com/office/officeart/2005/8/layout/target3"/>
    <dgm:cxn modelId="{FA961283-17C9-4025-8CDD-70F8332D37CC}" type="presParOf" srcId="{26560BA1-14B9-410E-A9BF-A725DA45EAC1}" destId="{41981919-D78C-44F2-A88B-9D76B608111E}" srcOrd="7" destOrd="0" presId="urn:microsoft.com/office/officeart/2005/8/layout/target3"/>
    <dgm:cxn modelId="{2C01B4AC-7CAD-46AE-A673-83A7FDB2724A}" type="presParOf" srcId="{26560BA1-14B9-410E-A9BF-A725DA45EAC1}" destId="{A9ABE568-2A04-4DDF-9EC2-3FD75B9CA27F}" srcOrd="8" destOrd="0" presId="urn:microsoft.com/office/officeart/2005/8/layout/target3"/>
    <dgm:cxn modelId="{BE904763-F387-4B83-9E96-51183F3FF4C3}" type="presParOf" srcId="{26560BA1-14B9-410E-A9BF-A725DA45EAC1}" destId="{EF423EC7-B7E9-4ABB-A0AF-356B42600C0B}" srcOrd="9" destOrd="0" presId="urn:microsoft.com/office/officeart/2005/8/layout/target3"/>
    <dgm:cxn modelId="{318CD691-36AE-4435-946B-2442783316F5}" type="presParOf" srcId="{26560BA1-14B9-410E-A9BF-A725DA45EAC1}" destId="{76F5AA3F-757F-44D2-A66E-53C78BA70251}" srcOrd="10" destOrd="0" presId="urn:microsoft.com/office/officeart/2005/8/layout/target3"/>
    <dgm:cxn modelId="{ECC78C74-6905-4DB1-80B8-39522F335681}" type="presParOf" srcId="{26560BA1-14B9-410E-A9BF-A725DA45EAC1}" destId="{9A64370F-6A4C-41D9-B4A9-29A1B1814E8F}" srcOrd="11" destOrd="0" presId="urn:microsoft.com/office/officeart/2005/8/layout/target3"/>
    <dgm:cxn modelId="{F7A753F4-031C-43B5-81D7-DBBF3360F4F8}" type="presParOf" srcId="{26560BA1-14B9-410E-A9BF-A725DA45EAC1}" destId="{BF0352D1-545E-4352-9DF7-F893E9A17D2B}" srcOrd="12" destOrd="0" presId="urn:microsoft.com/office/officeart/2005/8/layout/target3"/>
    <dgm:cxn modelId="{F759A090-E861-4B34-B20F-B72031E7893A}" type="presParOf" srcId="{26560BA1-14B9-410E-A9BF-A725DA45EAC1}" destId="{5C495DFF-DCA7-41CF-A11C-1BA15969B51B}" srcOrd="13" destOrd="0" presId="urn:microsoft.com/office/officeart/2005/8/layout/target3"/>
    <dgm:cxn modelId="{F3F6DBA8-E80F-4DAF-8C98-5C9438BEC3B0}" type="presParOf" srcId="{26560BA1-14B9-410E-A9BF-A725DA45EAC1}" destId="{47C96013-92E5-4CAB-85B0-6B512E7F8A68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AE4ACC-A063-47F5-B6FD-F0E6188E1208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5D85A70-DDC0-4D40-96F2-48AF712DF176}">
      <dgm:prSet phldrT="[Text]" custT="1"/>
      <dgm:spPr/>
      <dgm:t>
        <a:bodyPr lIns="72000" tIns="216000" rIns="72000"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dirty="0" smtClean="0">
              <a:latin typeface="Arial Black" panose="020B0A04020102020204" pitchFamily="34" charset="0"/>
            </a:rPr>
            <a:t>F₁ </a:t>
          </a:r>
          <a:r>
            <a:rPr lang="en-US" sz="1400" dirty="0" smtClean="0">
              <a:latin typeface="Arial Black" panose="020B0A04020102020204" pitchFamily="34" charset="0"/>
            </a:rPr>
            <a:t>- ZADOVOLJSTVO VOZAČA</a:t>
          </a:r>
        </a:p>
        <a:p>
          <a:pPr lvl="0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dirty="0"/>
        </a:p>
      </dgm:t>
    </dgm:pt>
    <dgm:pt modelId="{5EAB398F-B514-4E02-906A-1B576C54202B}" type="parTrans" cxnId="{8CEF9B5A-3DFD-411F-9B00-4BC5AE656507}">
      <dgm:prSet/>
      <dgm:spPr/>
      <dgm:t>
        <a:bodyPr/>
        <a:lstStyle/>
        <a:p>
          <a:endParaRPr lang="en-US"/>
        </a:p>
      </dgm:t>
    </dgm:pt>
    <dgm:pt modelId="{D3484CC1-29BA-4D5A-9AD8-56DCB99769FC}" type="sibTrans" cxnId="{8CEF9B5A-3DFD-411F-9B00-4BC5AE656507}">
      <dgm:prSet/>
      <dgm:spPr/>
      <dgm:t>
        <a:bodyPr/>
        <a:lstStyle/>
        <a:p>
          <a:endParaRPr lang="en-US"/>
        </a:p>
      </dgm:t>
    </dgm:pt>
    <dgm:pt modelId="{FEFFAC05-E6C1-43BB-949B-E6F728DCB66A}">
      <dgm:prSet phldrT="[Text]"/>
      <dgm:spPr/>
      <dgm:t>
        <a:bodyPr/>
        <a:lstStyle/>
        <a:p>
          <a:pPr marL="114300" marR="0" lvl="1" indent="0" defTabSz="57785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en-US" dirty="0" err="1" smtClean="0"/>
            <a:t>Stanice</a:t>
          </a:r>
          <a:r>
            <a:rPr lang="en-US" dirty="0" smtClean="0"/>
            <a:t> </a:t>
          </a:r>
          <a:r>
            <a:rPr lang="en-US" dirty="0" err="1" smtClean="0"/>
            <a:t>visokog</a:t>
          </a:r>
          <a:r>
            <a:rPr lang="en-US" dirty="0" smtClean="0"/>
            <a:t> </a:t>
          </a:r>
          <a:r>
            <a:rPr lang="en-US" dirty="0" err="1" smtClean="0"/>
            <a:t>kapaciteta</a:t>
          </a:r>
          <a:endParaRPr lang="en-US" dirty="0" smtClean="0"/>
        </a:p>
      </dgm:t>
    </dgm:pt>
    <dgm:pt modelId="{73B3D5E5-0143-415A-A5C1-1457FD7CDD77}" type="parTrans" cxnId="{665555A1-4255-43E2-B317-D9EA123ACFFC}">
      <dgm:prSet/>
      <dgm:spPr/>
      <dgm:t>
        <a:bodyPr/>
        <a:lstStyle/>
        <a:p>
          <a:endParaRPr lang="en-US"/>
        </a:p>
      </dgm:t>
    </dgm:pt>
    <dgm:pt modelId="{668CDA33-BC3E-43C9-AA8F-C28C5D7D8B91}" type="sibTrans" cxnId="{665555A1-4255-43E2-B317-D9EA123ACFFC}">
      <dgm:prSet/>
      <dgm:spPr/>
      <dgm:t>
        <a:bodyPr/>
        <a:lstStyle/>
        <a:p>
          <a:endParaRPr lang="en-US"/>
        </a:p>
      </dgm:t>
    </dgm:pt>
    <dgm:pt modelId="{BDED1D03-4D7A-48F9-AC56-067AB3C7EE4E}">
      <dgm:prSet phldrT="[Text]" custT="1"/>
      <dgm:spPr/>
      <dgm:t>
        <a:bodyPr tIns="216000" anchor="ctr"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dirty="0" smtClean="0">
              <a:latin typeface="Arial Black" panose="020B0A04020102020204" pitchFamily="34" charset="0"/>
            </a:rPr>
            <a:t>F₂ </a:t>
          </a:r>
          <a:r>
            <a:rPr lang="en-US" sz="1500" dirty="0" smtClean="0">
              <a:latin typeface="Arial Black" panose="020B0A04020102020204" pitchFamily="34" charset="0"/>
            </a:rPr>
            <a:t>- DOSTUPNOST MREŽE</a:t>
          </a:r>
        </a:p>
        <a:p>
          <a:pPr lvl="0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dirty="0">
            <a:latin typeface="Arial Black" panose="020B0A04020102020204" pitchFamily="34" charset="0"/>
          </a:endParaRPr>
        </a:p>
      </dgm:t>
    </dgm:pt>
    <dgm:pt modelId="{FC95F199-70AA-4C7A-9418-47BDDC13A249}" type="parTrans" cxnId="{8E4BF8A7-99DB-4481-8081-B090B79C8A91}">
      <dgm:prSet/>
      <dgm:spPr/>
      <dgm:t>
        <a:bodyPr/>
        <a:lstStyle/>
        <a:p>
          <a:endParaRPr lang="en-US"/>
        </a:p>
      </dgm:t>
    </dgm:pt>
    <dgm:pt modelId="{407728DB-CCE2-4B3C-8E4E-8FF7112EA00C}" type="sibTrans" cxnId="{8E4BF8A7-99DB-4481-8081-B090B79C8A91}">
      <dgm:prSet/>
      <dgm:spPr/>
      <dgm:t>
        <a:bodyPr/>
        <a:lstStyle/>
        <a:p>
          <a:endParaRPr lang="en-US"/>
        </a:p>
      </dgm:t>
    </dgm:pt>
    <dgm:pt modelId="{862592C8-801B-4C39-9837-9A8C323F14EA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err="1" smtClean="0"/>
            <a:t>Troškovi</a:t>
          </a:r>
          <a:r>
            <a:rPr lang="en-US" dirty="0" smtClean="0"/>
            <a:t> </a:t>
          </a:r>
          <a:r>
            <a:rPr lang="en-US" dirty="0" err="1" smtClean="0"/>
            <a:t>veze</a:t>
          </a:r>
          <a:r>
            <a:rPr lang="en-US" dirty="0" smtClean="0"/>
            <a:t> </a:t>
          </a:r>
          <a:r>
            <a:rPr lang="en-US" dirty="0" err="1" smtClean="0"/>
            <a:t>na</a:t>
          </a:r>
          <a:r>
            <a:rPr lang="en-US" dirty="0" smtClean="0"/>
            <a:t> </a:t>
          </a:r>
          <a:r>
            <a:rPr lang="en-US" dirty="0" err="1" smtClean="0"/>
            <a:t>transformatore</a:t>
          </a:r>
          <a:endParaRPr lang="en-US" dirty="0" smtClean="0"/>
        </a:p>
        <a:p>
          <a:pPr marL="114300" lvl="1" indent="0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dirty="0"/>
        </a:p>
      </dgm:t>
    </dgm:pt>
    <dgm:pt modelId="{20022A69-61E3-4749-B403-3F2F7D315305}" type="parTrans" cxnId="{ACDB67E1-905E-4402-BF07-B3A41AAA9FF9}">
      <dgm:prSet/>
      <dgm:spPr/>
      <dgm:t>
        <a:bodyPr/>
        <a:lstStyle/>
        <a:p>
          <a:endParaRPr lang="en-US"/>
        </a:p>
      </dgm:t>
    </dgm:pt>
    <dgm:pt modelId="{3C2F645C-9DF0-47E7-81F6-7ADA041668D3}" type="sibTrans" cxnId="{ACDB67E1-905E-4402-BF07-B3A41AAA9FF9}">
      <dgm:prSet/>
      <dgm:spPr/>
      <dgm:t>
        <a:bodyPr/>
        <a:lstStyle/>
        <a:p>
          <a:endParaRPr lang="en-US"/>
        </a:p>
      </dgm:t>
    </dgm:pt>
    <dgm:pt modelId="{B2C18EB1-BDC2-4EB6-B213-C5151303B84B}">
      <dgm:prSet phldrT="[Text]" custT="1"/>
      <dgm:spPr/>
      <dgm:t>
        <a:bodyPr tIns="216000" anchor="ctr"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dirty="0" smtClean="0">
              <a:latin typeface="Arial Black" panose="020B0A04020102020204" pitchFamily="34" charset="0"/>
            </a:rPr>
            <a:t>F₃ </a:t>
          </a:r>
          <a:r>
            <a:rPr lang="en-US" sz="1500" dirty="0" smtClean="0">
              <a:latin typeface="Arial Black" panose="020B0A04020102020204" pitchFamily="34" charset="0"/>
            </a:rPr>
            <a:t>- CIJENA IZGRADNJE</a:t>
          </a:r>
        </a:p>
        <a:p>
          <a:pPr lvl="0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dirty="0">
            <a:latin typeface="Arial Black" panose="020B0A04020102020204" pitchFamily="34" charset="0"/>
          </a:endParaRPr>
        </a:p>
      </dgm:t>
    </dgm:pt>
    <dgm:pt modelId="{930C5A78-7A7B-49A1-AE12-11450F4A68EA}" type="parTrans" cxnId="{8AF80474-13BB-4282-89F9-F334160F18B3}">
      <dgm:prSet/>
      <dgm:spPr/>
      <dgm:t>
        <a:bodyPr/>
        <a:lstStyle/>
        <a:p>
          <a:endParaRPr lang="en-US"/>
        </a:p>
      </dgm:t>
    </dgm:pt>
    <dgm:pt modelId="{9DB2BF77-0A4E-4829-B5AD-A032AB339775}" type="sibTrans" cxnId="{8AF80474-13BB-4282-89F9-F334160F18B3}">
      <dgm:prSet/>
      <dgm:spPr/>
      <dgm:t>
        <a:bodyPr/>
        <a:lstStyle/>
        <a:p>
          <a:endParaRPr lang="en-US"/>
        </a:p>
      </dgm:t>
    </dgm:pt>
    <dgm:pt modelId="{E3A47C60-DFF7-4E9F-AB04-F265791CBA9E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mtClean="0"/>
            <a:t>Troškovi infrastrukture</a:t>
          </a:r>
        </a:p>
        <a:p>
          <a:pPr marL="114300" lvl="1" indent="0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dirty="0"/>
        </a:p>
      </dgm:t>
    </dgm:pt>
    <dgm:pt modelId="{91FF5461-BC25-4E1F-BD45-23E5FB137AF1}" type="parTrans" cxnId="{DBA94B7B-64F0-4BE4-AA96-7F46E2E159E4}">
      <dgm:prSet/>
      <dgm:spPr/>
      <dgm:t>
        <a:bodyPr/>
        <a:lstStyle/>
        <a:p>
          <a:endParaRPr lang="en-US"/>
        </a:p>
      </dgm:t>
    </dgm:pt>
    <dgm:pt modelId="{4CDC11DA-115A-4845-8C1B-C252AFAE2A2B}" type="sibTrans" cxnId="{DBA94B7B-64F0-4BE4-AA96-7F46E2E159E4}">
      <dgm:prSet/>
      <dgm:spPr/>
      <dgm:t>
        <a:bodyPr/>
        <a:lstStyle/>
        <a:p>
          <a:endParaRPr lang="en-US"/>
        </a:p>
      </dgm:t>
    </dgm:pt>
    <dgm:pt modelId="{B78161F4-5F09-44EA-8290-6CBAAF48FDAA}">
      <dgm:prSet custT="1"/>
      <dgm:spPr/>
      <dgm:t>
        <a:bodyPr lIns="36000" tIns="216000" rIns="36000" anchor="ctr"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dirty="0" smtClean="0">
              <a:latin typeface="Arial Black" panose="020B0A04020102020204" pitchFamily="34" charset="0"/>
            </a:rPr>
            <a:t>F₄ </a:t>
          </a:r>
          <a:r>
            <a:rPr lang="en-US" sz="1500" dirty="0" smtClean="0">
              <a:latin typeface="Arial Black" panose="020B0A04020102020204" pitchFamily="34" charset="0"/>
            </a:rPr>
            <a:t>- OPTEREĆENJE SAOBRAĆAJA</a:t>
          </a:r>
        </a:p>
        <a:p>
          <a:pPr lvl="0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dirty="0">
            <a:latin typeface="Arial Black" panose="020B0A04020102020204" pitchFamily="34" charset="0"/>
          </a:endParaRPr>
        </a:p>
      </dgm:t>
    </dgm:pt>
    <dgm:pt modelId="{EB3C2186-7B79-4B43-AD9B-59754FFE06EC}" type="parTrans" cxnId="{CAAE3D5A-5CDE-4E49-97A0-634430E9BE41}">
      <dgm:prSet/>
      <dgm:spPr/>
      <dgm:t>
        <a:bodyPr/>
        <a:lstStyle/>
        <a:p>
          <a:endParaRPr lang="en-US"/>
        </a:p>
      </dgm:t>
    </dgm:pt>
    <dgm:pt modelId="{AE8D255D-B3AD-48BD-819E-420B21065662}" type="sibTrans" cxnId="{CAAE3D5A-5CDE-4E49-97A0-634430E9BE41}">
      <dgm:prSet/>
      <dgm:spPr/>
      <dgm:t>
        <a:bodyPr/>
        <a:lstStyle/>
        <a:p>
          <a:endParaRPr lang="en-US"/>
        </a:p>
      </dgm:t>
    </dgm:pt>
    <dgm:pt modelId="{FCA12142-8BE0-4B7E-A544-43A6825E5EBA}">
      <dgm:prSet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mtClean="0"/>
            <a:t>Više stanica na rutama sa više vozila</a:t>
          </a:r>
        </a:p>
        <a:p>
          <a:pPr marL="114300" lvl="1" indent="0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dirty="0"/>
        </a:p>
      </dgm:t>
    </dgm:pt>
    <dgm:pt modelId="{D26557EA-E21D-4739-8653-02505E136052}" type="parTrans" cxnId="{5A554B21-99BB-44D6-89EA-1A7408802BA8}">
      <dgm:prSet/>
      <dgm:spPr/>
      <dgm:t>
        <a:bodyPr/>
        <a:lstStyle/>
        <a:p>
          <a:endParaRPr lang="en-US"/>
        </a:p>
      </dgm:t>
    </dgm:pt>
    <dgm:pt modelId="{4399774E-30D4-4AD2-90B2-5D4148C67311}" type="sibTrans" cxnId="{5A554B21-99BB-44D6-89EA-1A7408802BA8}">
      <dgm:prSet/>
      <dgm:spPr/>
      <dgm:t>
        <a:bodyPr/>
        <a:lstStyle/>
        <a:p>
          <a:endParaRPr lang="en-US"/>
        </a:p>
      </dgm:t>
    </dgm:pt>
    <dgm:pt modelId="{E9CA3B5A-5332-49DE-88B5-3B69FDC9D0B0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err="1" smtClean="0"/>
            <a:t>Prioritet</a:t>
          </a:r>
          <a:r>
            <a:rPr lang="en-US" dirty="0" smtClean="0"/>
            <a:t> gusto </a:t>
          </a:r>
          <a:r>
            <a:rPr lang="en-US" dirty="0" err="1" smtClean="0"/>
            <a:t>naseljenim</a:t>
          </a:r>
          <a:r>
            <a:rPr lang="en-US" dirty="0" smtClean="0"/>
            <a:t> </a:t>
          </a:r>
          <a:r>
            <a:rPr lang="en-US" dirty="0" err="1" smtClean="0"/>
            <a:t>područjima</a:t>
          </a:r>
          <a:endParaRPr lang="en-US" dirty="0" smtClean="0"/>
        </a:p>
        <a:p>
          <a:pPr marL="114300" lvl="1" indent="0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dirty="0"/>
        </a:p>
      </dgm:t>
    </dgm:pt>
    <dgm:pt modelId="{957360F8-F844-4680-BA08-410BF69E16FE}" type="sibTrans" cxnId="{8B01CEC8-159D-40B7-A291-04CB85A90F4F}">
      <dgm:prSet/>
      <dgm:spPr/>
      <dgm:t>
        <a:bodyPr/>
        <a:lstStyle/>
        <a:p>
          <a:endParaRPr lang="en-US"/>
        </a:p>
      </dgm:t>
    </dgm:pt>
    <dgm:pt modelId="{D01CF352-D776-45B8-8B35-4390BB509277}" type="parTrans" cxnId="{8B01CEC8-159D-40B7-A291-04CB85A90F4F}">
      <dgm:prSet/>
      <dgm:spPr/>
      <dgm:t>
        <a:bodyPr/>
        <a:lstStyle/>
        <a:p>
          <a:endParaRPr lang="en-US"/>
        </a:p>
      </dgm:t>
    </dgm:pt>
    <dgm:pt modelId="{F69982C5-67BE-4141-8835-76440A8201A8}" type="pres">
      <dgm:prSet presAssocID="{11AE4ACC-A063-47F5-B6FD-F0E6188E120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F671BF-DADB-45F9-9FFC-D9911116C54D}" type="pres">
      <dgm:prSet presAssocID="{85D85A70-DDC0-4D40-96F2-48AF712DF176}" presName="composite" presStyleCnt="0"/>
      <dgm:spPr/>
    </dgm:pt>
    <dgm:pt modelId="{BCB2BDC6-3184-4EE7-9132-36B0F83F6A1D}" type="pres">
      <dgm:prSet presAssocID="{85D85A70-DDC0-4D40-96F2-48AF712DF17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CFC4FC-A6D9-455B-943D-0F2B1790C6BF}" type="pres">
      <dgm:prSet presAssocID="{85D85A70-DDC0-4D40-96F2-48AF712DF176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3FB474-E67A-49D6-80A0-DC09EB50E227}" type="pres">
      <dgm:prSet presAssocID="{D3484CC1-29BA-4D5A-9AD8-56DCB99769FC}" presName="space" presStyleCnt="0"/>
      <dgm:spPr/>
    </dgm:pt>
    <dgm:pt modelId="{3E1B879E-96E1-47DB-B0B9-86B48C441038}" type="pres">
      <dgm:prSet presAssocID="{BDED1D03-4D7A-48F9-AC56-067AB3C7EE4E}" presName="composite" presStyleCnt="0"/>
      <dgm:spPr/>
    </dgm:pt>
    <dgm:pt modelId="{BC6FCD97-0D4F-4C57-A0DE-1716C70B1E57}" type="pres">
      <dgm:prSet presAssocID="{BDED1D03-4D7A-48F9-AC56-067AB3C7EE4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FE6B2A-D91E-40AD-93B5-2B68D7F60A57}" type="pres">
      <dgm:prSet presAssocID="{BDED1D03-4D7A-48F9-AC56-067AB3C7EE4E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33DB24-02A4-47E9-9F3A-022495B85CBD}" type="pres">
      <dgm:prSet presAssocID="{407728DB-CCE2-4B3C-8E4E-8FF7112EA00C}" presName="space" presStyleCnt="0"/>
      <dgm:spPr/>
    </dgm:pt>
    <dgm:pt modelId="{ADE480D0-B8E1-4879-B552-E64EC014E8AD}" type="pres">
      <dgm:prSet presAssocID="{B2C18EB1-BDC2-4EB6-B213-C5151303B84B}" presName="composite" presStyleCnt="0"/>
      <dgm:spPr/>
    </dgm:pt>
    <dgm:pt modelId="{9539B5F6-5597-4315-A652-771FA0503EFB}" type="pres">
      <dgm:prSet presAssocID="{B2C18EB1-BDC2-4EB6-B213-C5151303B84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51D575-C475-4BB7-8B67-F0FD9703271A}" type="pres">
      <dgm:prSet presAssocID="{B2C18EB1-BDC2-4EB6-B213-C5151303B84B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9751AD-8FE1-4D80-8A51-55C542A5091C}" type="pres">
      <dgm:prSet presAssocID="{9DB2BF77-0A4E-4829-B5AD-A032AB339775}" presName="space" presStyleCnt="0"/>
      <dgm:spPr/>
    </dgm:pt>
    <dgm:pt modelId="{BABD80D2-D963-4856-A321-F26885B09FAE}" type="pres">
      <dgm:prSet presAssocID="{B78161F4-5F09-44EA-8290-6CBAAF48FDAA}" presName="composite" presStyleCnt="0"/>
      <dgm:spPr/>
    </dgm:pt>
    <dgm:pt modelId="{EBC6934F-B41F-46B4-A5EF-FEAB75FFA21D}" type="pres">
      <dgm:prSet presAssocID="{B78161F4-5F09-44EA-8290-6CBAAF48FDAA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28D0A6-9B41-4172-8A27-AD118DF12A45}" type="pres">
      <dgm:prSet presAssocID="{B78161F4-5F09-44EA-8290-6CBAAF48FDAA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8EE9D67-7496-46DA-81B7-19CFDA52DBFA}" type="presOf" srcId="{E9CA3B5A-5332-49DE-88B5-3B69FDC9D0B0}" destId="{D7CFC4FC-A6D9-455B-943D-0F2B1790C6BF}" srcOrd="0" destOrd="1" presId="urn:microsoft.com/office/officeart/2005/8/layout/hList1"/>
    <dgm:cxn modelId="{8CEF9B5A-3DFD-411F-9B00-4BC5AE656507}" srcId="{11AE4ACC-A063-47F5-B6FD-F0E6188E1208}" destId="{85D85A70-DDC0-4D40-96F2-48AF712DF176}" srcOrd="0" destOrd="0" parTransId="{5EAB398F-B514-4E02-906A-1B576C54202B}" sibTransId="{D3484CC1-29BA-4D5A-9AD8-56DCB99769FC}"/>
    <dgm:cxn modelId="{BAD2BEDE-C894-49AC-BF90-60DCAE95B3E4}" type="presOf" srcId="{FEFFAC05-E6C1-43BB-949B-E6F728DCB66A}" destId="{D7CFC4FC-A6D9-455B-943D-0F2B1790C6BF}" srcOrd="0" destOrd="0" presId="urn:microsoft.com/office/officeart/2005/8/layout/hList1"/>
    <dgm:cxn modelId="{8B01CEC8-159D-40B7-A291-04CB85A90F4F}" srcId="{85D85A70-DDC0-4D40-96F2-48AF712DF176}" destId="{E9CA3B5A-5332-49DE-88B5-3B69FDC9D0B0}" srcOrd="1" destOrd="0" parTransId="{D01CF352-D776-45B8-8B35-4390BB509277}" sibTransId="{957360F8-F844-4680-BA08-410BF69E16FE}"/>
    <dgm:cxn modelId="{DBA94B7B-64F0-4BE4-AA96-7F46E2E159E4}" srcId="{B2C18EB1-BDC2-4EB6-B213-C5151303B84B}" destId="{E3A47C60-DFF7-4E9F-AB04-F265791CBA9E}" srcOrd="0" destOrd="0" parTransId="{91FF5461-BC25-4E1F-BD45-23E5FB137AF1}" sibTransId="{4CDC11DA-115A-4845-8C1B-C252AFAE2A2B}"/>
    <dgm:cxn modelId="{17163C92-2F70-4B9B-872F-E89E84FBA98B}" type="presOf" srcId="{E3A47C60-DFF7-4E9F-AB04-F265791CBA9E}" destId="{1751D575-C475-4BB7-8B67-F0FD9703271A}" srcOrd="0" destOrd="0" presId="urn:microsoft.com/office/officeart/2005/8/layout/hList1"/>
    <dgm:cxn modelId="{5A554B21-99BB-44D6-89EA-1A7408802BA8}" srcId="{B78161F4-5F09-44EA-8290-6CBAAF48FDAA}" destId="{FCA12142-8BE0-4B7E-A544-43A6825E5EBA}" srcOrd="0" destOrd="0" parTransId="{D26557EA-E21D-4739-8653-02505E136052}" sibTransId="{4399774E-30D4-4AD2-90B2-5D4148C67311}"/>
    <dgm:cxn modelId="{70190F49-B977-4618-BB7C-CB68F9FEFF12}" type="presOf" srcId="{862592C8-801B-4C39-9837-9A8C323F14EA}" destId="{D7FE6B2A-D91E-40AD-93B5-2B68D7F60A57}" srcOrd="0" destOrd="0" presId="urn:microsoft.com/office/officeart/2005/8/layout/hList1"/>
    <dgm:cxn modelId="{6BDE3F9E-9863-4B56-AB03-AB0C71A8B5F8}" type="presOf" srcId="{B2C18EB1-BDC2-4EB6-B213-C5151303B84B}" destId="{9539B5F6-5597-4315-A652-771FA0503EFB}" srcOrd="0" destOrd="0" presId="urn:microsoft.com/office/officeart/2005/8/layout/hList1"/>
    <dgm:cxn modelId="{B8032763-616C-43C9-A401-1ED0FE6AB968}" type="presOf" srcId="{11AE4ACC-A063-47F5-B6FD-F0E6188E1208}" destId="{F69982C5-67BE-4141-8835-76440A8201A8}" srcOrd="0" destOrd="0" presId="urn:microsoft.com/office/officeart/2005/8/layout/hList1"/>
    <dgm:cxn modelId="{97994F85-888B-4E4C-91C8-F4B6B83922A2}" type="presOf" srcId="{85D85A70-DDC0-4D40-96F2-48AF712DF176}" destId="{BCB2BDC6-3184-4EE7-9132-36B0F83F6A1D}" srcOrd="0" destOrd="0" presId="urn:microsoft.com/office/officeart/2005/8/layout/hList1"/>
    <dgm:cxn modelId="{D97AB9B6-7273-4E72-AA83-7F0E14349F44}" type="presOf" srcId="{FCA12142-8BE0-4B7E-A544-43A6825E5EBA}" destId="{4828D0A6-9B41-4172-8A27-AD118DF12A45}" srcOrd="0" destOrd="0" presId="urn:microsoft.com/office/officeart/2005/8/layout/hList1"/>
    <dgm:cxn modelId="{665555A1-4255-43E2-B317-D9EA123ACFFC}" srcId="{85D85A70-DDC0-4D40-96F2-48AF712DF176}" destId="{FEFFAC05-E6C1-43BB-949B-E6F728DCB66A}" srcOrd="0" destOrd="0" parTransId="{73B3D5E5-0143-415A-A5C1-1457FD7CDD77}" sibTransId="{668CDA33-BC3E-43C9-AA8F-C28C5D7D8B91}"/>
    <dgm:cxn modelId="{ACDB67E1-905E-4402-BF07-B3A41AAA9FF9}" srcId="{BDED1D03-4D7A-48F9-AC56-067AB3C7EE4E}" destId="{862592C8-801B-4C39-9837-9A8C323F14EA}" srcOrd="0" destOrd="0" parTransId="{20022A69-61E3-4749-B403-3F2F7D315305}" sibTransId="{3C2F645C-9DF0-47E7-81F6-7ADA041668D3}"/>
    <dgm:cxn modelId="{7DD66AB1-6108-4472-BB79-36031440BCE5}" type="presOf" srcId="{BDED1D03-4D7A-48F9-AC56-067AB3C7EE4E}" destId="{BC6FCD97-0D4F-4C57-A0DE-1716C70B1E57}" srcOrd="0" destOrd="0" presId="urn:microsoft.com/office/officeart/2005/8/layout/hList1"/>
    <dgm:cxn modelId="{CAAE3D5A-5CDE-4E49-97A0-634430E9BE41}" srcId="{11AE4ACC-A063-47F5-B6FD-F0E6188E1208}" destId="{B78161F4-5F09-44EA-8290-6CBAAF48FDAA}" srcOrd="3" destOrd="0" parTransId="{EB3C2186-7B79-4B43-AD9B-59754FFE06EC}" sibTransId="{AE8D255D-B3AD-48BD-819E-420B21065662}"/>
    <dgm:cxn modelId="{8AF80474-13BB-4282-89F9-F334160F18B3}" srcId="{11AE4ACC-A063-47F5-B6FD-F0E6188E1208}" destId="{B2C18EB1-BDC2-4EB6-B213-C5151303B84B}" srcOrd="2" destOrd="0" parTransId="{930C5A78-7A7B-49A1-AE12-11450F4A68EA}" sibTransId="{9DB2BF77-0A4E-4829-B5AD-A032AB339775}"/>
    <dgm:cxn modelId="{8E4BF8A7-99DB-4481-8081-B090B79C8A91}" srcId="{11AE4ACC-A063-47F5-B6FD-F0E6188E1208}" destId="{BDED1D03-4D7A-48F9-AC56-067AB3C7EE4E}" srcOrd="1" destOrd="0" parTransId="{FC95F199-70AA-4C7A-9418-47BDDC13A249}" sibTransId="{407728DB-CCE2-4B3C-8E4E-8FF7112EA00C}"/>
    <dgm:cxn modelId="{BA6C026F-D279-437B-9CB2-DC45374A3C05}" type="presOf" srcId="{B78161F4-5F09-44EA-8290-6CBAAF48FDAA}" destId="{EBC6934F-B41F-46B4-A5EF-FEAB75FFA21D}" srcOrd="0" destOrd="0" presId="urn:microsoft.com/office/officeart/2005/8/layout/hList1"/>
    <dgm:cxn modelId="{5C6E56CF-6485-4E3B-B0A8-1F03FC987DA0}" type="presParOf" srcId="{F69982C5-67BE-4141-8835-76440A8201A8}" destId="{3DF671BF-DADB-45F9-9FFC-D9911116C54D}" srcOrd="0" destOrd="0" presId="urn:microsoft.com/office/officeart/2005/8/layout/hList1"/>
    <dgm:cxn modelId="{4C2CC1C0-6C0C-4347-BD30-C414F972F63A}" type="presParOf" srcId="{3DF671BF-DADB-45F9-9FFC-D9911116C54D}" destId="{BCB2BDC6-3184-4EE7-9132-36B0F83F6A1D}" srcOrd="0" destOrd="0" presId="urn:microsoft.com/office/officeart/2005/8/layout/hList1"/>
    <dgm:cxn modelId="{36830616-0C10-444D-87CB-2626E6E395FB}" type="presParOf" srcId="{3DF671BF-DADB-45F9-9FFC-D9911116C54D}" destId="{D7CFC4FC-A6D9-455B-943D-0F2B1790C6BF}" srcOrd="1" destOrd="0" presId="urn:microsoft.com/office/officeart/2005/8/layout/hList1"/>
    <dgm:cxn modelId="{090D49A7-3BC6-4BA0-94F2-1B5BDE34A04F}" type="presParOf" srcId="{F69982C5-67BE-4141-8835-76440A8201A8}" destId="{BA3FB474-E67A-49D6-80A0-DC09EB50E227}" srcOrd="1" destOrd="0" presId="urn:microsoft.com/office/officeart/2005/8/layout/hList1"/>
    <dgm:cxn modelId="{D0094A87-3044-4182-A7BD-8415DECFAA7B}" type="presParOf" srcId="{F69982C5-67BE-4141-8835-76440A8201A8}" destId="{3E1B879E-96E1-47DB-B0B9-86B48C441038}" srcOrd="2" destOrd="0" presId="urn:microsoft.com/office/officeart/2005/8/layout/hList1"/>
    <dgm:cxn modelId="{51487B0F-EE30-439E-B5F8-B3F1AFF6A78E}" type="presParOf" srcId="{3E1B879E-96E1-47DB-B0B9-86B48C441038}" destId="{BC6FCD97-0D4F-4C57-A0DE-1716C70B1E57}" srcOrd="0" destOrd="0" presId="urn:microsoft.com/office/officeart/2005/8/layout/hList1"/>
    <dgm:cxn modelId="{028F5DB3-B4FE-4D68-B879-3A7E4A26861F}" type="presParOf" srcId="{3E1B879E-96E1-47DB-B0B9-86B48C441038}" destId="{D7FE6B2A-D91E-40AD-93B5-2B68D7F60A57}" srcOrd="1" destOrd="0" presId="urn:microsoft.com/office/officeart/2005/8/layout/hList1"/>
    <dgm:cxn modelId="{487B34B8-D0F3-405D-B8B9-4E05D8040E8A}" type="presParOf" srcId="{F69982C5-67BE-4141-8835-76440A8201A8}" destId="{CC33DB24-02A4-47E9-9F3A-022495B85CBD}" srcOrd="3" destOrd="0" presId="urn:microsoft.com/office/officeart/2005/8/layout/hList1"/>
    <dgm:cxn modelId="{2040ADD8-7BC9-454C-B8F2-7D722914A277}" type="presParOf" srcId="{F69982C5-67BE-4141-8835-76440A8201A8}" destId="{ADE480D0-B8E1-4879-B552-E64EC014E8AD}" srcOrd="4" destOrd="0" presId="urn:microsoft.com/office/officeart/2005/8/layout/hList1"/>
    <dgm:cxn modelId="{547C01F8-7270-4FA6-A654-37734FF1B5C6}" type="presParOf" srcId="{ADE480D0-B8E1-4879-B552-E64EC014E8AD}" destId="{9539B5F6-5597-4315-A652-771FA0503EFB}" srcOrd="0" destOrd="0" presId="urn:microsoft.com/office/officeart/2005/8/layout/hList1"/>
    <dgm:cxn modelId="{3222C671-9BCF-4898-8798-11222E5EE18D}" type="presParOf" srcId="{ADE480D0-B8E1-4879-B552-E64EC014E8AD}" destId="{1751D575-C475-4BB7-8B67-F0FD9703271A}" srcOrd="1" destOrd="0" presId="urn:microsoft.com/office/officeart/2005/8/layout/hList1"/>
    <dgm:cxn modelId="{D66AA18C-FD11-47F4-9E3A-26B952529B56}" type="presParOf" srcId="{F69982C5-67BE-4141-8835-76440A8201A8}" destId="{A19751AD-8FE1-4D80-8A51-55C542A5091C}" srcOrd="5" destOrd="0" presId="urn:microsoft.com/office/officeart/2005/8/layout/hList1"/>
    <dgm:cxn modelId="{51B082CC-FED0-4FFF-A571-8B483FA1A3F3}" type="presParOf" srcId="{F69982C5-67BE-4141-8835-76440A8201A8}" destId="{BABD80D2-D963-4856-A321-F26885B09FAE}" srcOrd="6" destOrd="0" presId="urn:microsoft.com/office/officeart/2005/8/layout/hList1"/>
    <dgm:cxn modelId="{34B26D88-CA82-4FA2-B049-70362F5D214A}" type="presParOf" srcId="{BABD80D2-D963-4856-A321-F26885B09FAE}" destId="{EBC6934F-B41F-46B4-A5EF-FEAB75FFA21D}" srcOrd="0" destOrd="0" presId="urn:microsoft.com/office/officeart/2005/8/layout/hList1"/>
    <dgm:cxn modelId="{6665283D-92FC-4C3D-8C36-8F0C263AD1CF}" type="presParOf" srcId="{BABD80D2-D963-4856-A321-F26885B09FAE}" destId="{4828D0A6-9B41-4172-8A27-AD118DF12A4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A11AC5F-BF02-4541-8F33-21ECC7E0B420}" type="doc">
      <dgm:prSet loTypeId="urn:microsoft.com/office/officeart/2005/8/layout/pyramid2" loCatId="pyramid" qsTypeId="urn:microsoft.com/office/officeart/2005/8/quickstyle/3d4" qsCatId="3D" csTypeId="urn:microsoft.com/office/officeart/2005/8/colors/accent1_2" csCatId="accent1" phldr="1"/>
      <dgm:spPr/>
    </dgm:pt>
    <dgm:pt modelId="{30A13A4A-B52A-422E-BB37-0EFB673C8DB5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smtClean="0"/>
            <a:t>Podgorica     - </a:t>
          </a:r>
          <a:r>
            <a:rPr lang="en-US" b="0" dirty="0" smtClean="0"/>
            <a:t>179</a:t>
          </a:r>
          <a:r>
            <a:rPr lang="sr-Latn-ME" b="0" dirty="0" smtClean="0"/>
            <a:t>.</a:t>
          </a:r>
          <a:r>
            <a:rPr lang="en-US" b="0" dirty="0" smtClean="0"/>
            <a:t>505</a:t>
          </a:r>
          <a:endParaRPr lang="en-US" dirty="0" smtClean="0"/>
        </a:p>
      </dgm:t>
    </dgm:pt>
    <dgm:pt modelId="{2AAADA4B-7853-4347-B3BF-707E88530A1F}" type="parTrans" cxnId="{D466A9FE-D89D-41ED-85C2-C4B3C46C282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C085AF4-C2AD-4235-839F-7ADBD67B36D2}" type="sibTrans" cxnId="{D466A9FE-D89D-41ED-85C2-C4B3C46C282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ED1AC7F-AAF7-4B5E-8158-381628EB6981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err="1" smtClean="0"/>
            <a:t>Bijelo</a:t>
          </a:r>
          <a:r>
            <a:rPr lang="en-US" dirty="0" smtClean="0"/>
            <a:t> </a:t>
          </a:r>
          <a:r>
            <a:rPr lang="en-US" dirty="0" err="1" smtClean="0"/>
            <a:t>Polje</a:t>
          </a:r>
          <a:r>
            <a:rPr lang="en-US" dirty="0" smtClean="0"/>
            <a:t>  - </a:t>
          </a:r>
          <a:r>
            <a:rPr lang="en-US" b="0" dirty="0" smtClean="0"/>
            <a:t>38</a:t>
          </a:r>
          <a:r>
            <a:rPr lang="sr-Latn-ME" b="0" dirty="0" smtClean="0"/>
            <a:t>.</a:t>
          </a:r>
          <a:r>
            <a:rPr lang="en-US" b="0" dirty="0" smtClean="0"/>
            <a:t>662</a:t>
          </a:r>
          <a:endParaRPr lang="en-US" dirty="0" smtClean="0"/>
        </a:p>
      </dgm:t>
    </dgm:pt>
    <dgm:pt modelId="{34984961-3268-42E7-8495-FAF34A60ECED}" type="parTrans" cxnId="{96EDCDF9-0F2F-4BF0-AF57-2DAA0420B4E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A0E4EF3-CAAA-4B29-9D3F-E25A313B8D9D}" type="sibTrans" cxnId="{96EDCDF9-0F2F-4BF0-AF57-2DAA0420B4E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20CBA15-04C9-432E-BAB8-E1EE06319AAA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sr-Latn-ME" dirty="0" smtClean="0"/>
            <a:t>Herceg Novi</a:t>
          </a:r>
          <a:r>
            <a:rPr lang="en-US" dirty="0" smtClean="0"/>
            <a:t>  </a:t>
          </a:r>
          <a:r>
            <a:rPr lang="en-US" dirty="0" smtClean="0"/>
            <a:t>- </a:t>
          </a:r>
          <a:r>
            <a:rPr lang="en-US" b="0" dirty="0" smtClean="0"/>
            <a:t>30</a:t>
          </a:r>
          <a:r>
            <a:rPr lang="sr-Latn-ME" b="0" dirty="0" smtClean="0"/>
            <a:t>.</a:t>
          </a:r>
          <a:r>
            <a:rPr lang="en-US" b="0" dirty="0" smtClean="0"/>
            <a:t>824</a:t>
          </a:r>
          <a:endParaRPr lang="en-US" dirty="0" smtClean="0"/>
        </a:p>
      </dgm:t>
    </dgm:pt>
    <dgm:pt modelId="{0DECF328-5D5C-4C8F-B99B-86CF1F19F729}" type="parTrans" cxnId="{D4EEC4DC-7C6A-4CCD-9A08-A6784714347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76E31BA-1743-4273-9B30-DB7FCCDE2E0C}" type="sibTrans" cxnId="{D4EEC4DC-7C6A-4CCD-9A08-A6784714347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76D9F13-3FD4-4141-881D-CDF625B95EA7}">
      <dgm:prSet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err="1" smtClean="0"/>
            <a:t>Nikšić</a:t>
          </a:r>
          <a:r>
            <a:rPr lang="en-US" dirty="0" smtClean="0"/>
            <a:t>    </a:t>
          </a:r>
          <a:r>
            <a:rPr lang="sr-Latn-ME" dirty="0" smtClean="0"/>
            <a:t> </a:t>
          </a:r>
          <a:r>
            <a:rPr lang="en-US" dirty="0" smtClean="0"/>
            <a:t>    </a:t>
          </a:r>
          <a:r>
            <a:rPr lang="en-US" dirty="0" smtClean="0"/>
            <a:t>- </a:t>
          </a:r>
          <a:r>
            <a:rPr lang="en-US" b="0" dirty="0" smtClean="0"/>
            <a:t>65</a:t>
          </a:r>
          <a:r>
            <a:rPr lang="sr-Latn-ME" b="0" dirty="0" smtClean="0"/>
            <a:t>.</a:t>
          </a:r>
          <a:r>
            <a:rPr lang="en-US" b="0" dirty="0" smtClean="0"/>
            <a:t>705</a:t>
          </a:r>
          <a:endParaRPr lang="en-US" dirty="0" smtClean="0"/>
        </a:p>
      </dgm:t>
    </dgm:pt>
    <dgm:pt modelId="{A6CFACAC-5EC5-4980-9C83-827C6B77BED9}" type="parTrans" cxnId="{4E9021C8-9470-48F4-878E-632F4578D21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E04CB32-FF78-4D5C-9511-D7162BBA2067}" type="sibTrans" cxnId="{4E9021C8-9470-48F4-878E-632F4578D21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B470FB6-3D24-494F-BFFE-CEA5DF126C1C}">
      <dgm:prSet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 smtClean="0"/>
            <a:t>Bar   </a:t>
          </a:r>
          <a:r>
            <a:rPr lang="sr-Latn-ME" dirty="0" smtClean="0"/>
            <a:t>  </a:t>
          </a:r>
          <a:r>
            <a:rPr lang="en-US" dirty="0" smtClean="0"/>
            <a:t>     </a:t>
          </a:r>
          <a:r>
            <a:rPr lang="sr-Latn-ME" dirty="0" smtClean="0"/>
            <a:t>  </a:t>
          </a:r>
          <a:r>
            <a:rPr lang="en-US" dirty="0" smtClean="0"/>
            <a:t> - </a:t>
          </a:r>
          <a:r>
            <a:rPr lang="en-US" b="0" dirty="0" smtClean="0"/>
            <a:t>45</a:t>
          </a:r>
          <a:r>
            <a:rPr lang="sr-Latn-ME" b="0" dirty="0" smtClean="0"/>
            <a:t>.</a:t>
          </a:r>
          <a:r>
            <a:rPr lang="en-US" b="0" dirty="0" smtClean="0"/>
            <a:t>812</a:t>
          </a:r>
          <a:endParaRPr lang="en-US" dirty="0" smtClean="0"/>
        </a:p>
      </dgm:t>
    </dgm:pt>
    <dgm:pt modelId="{C5744CD8-1302-472C-BB0D-140C38D9EE1C}" type="parTrans" cxnId="{725AC119-037B-4A0F-86B9-18BDE84C544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76618ED-4E9F-411B-94CE-A545702A72FC}" type="sibTrans" cxnId="{725AC119-037B-4A0F-86B9-18BDE84C544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50AF8EA-08C2-4EAB-B79C-D451322A9012}" type="pres">
      <dgm:prSet presAssocID="{AA11AC5F-BF02-4541-8F33-21ECC7E0B420}" presName="compositeShape" presStyleCnt="0">
        <dgm:presLayoutVars>
          <dgm:dir/>
          <dgm:resizeHandles/>
        </dgm:presLayoutVars>
      </dgm:prSet>
      <dgm:spPr/>
    </dgm:pt>
    <dgm:pt modelId="{6A535E4E-7F9F-4A87-AD52-7943C1C84D7D}" type="pres">
      <dgm:prSet presAssocID="{AA11AC5F-BF02-4541-8F33-21ECC7E0B420}" presName="pyramid" presStyleLbl="node1" presStyleIdx="0" presStyleCnt="1"/>
      <dgm:spPr/>
    </dgm:pt>
    <dgm:pt modelId="{E7FDF472-9B42-4742-ACF6-E083947B5D9E}" type="pres">
      <dgm:prSet presAssocID="{AA11AC5F-BF02-4541-8F33-21ECC7E0B420}" presName="theList" presStyleCnt="0"/>
      <dgm:spPr/>
    </dgm:pt>
    <dgm:pt modelId="{0AC9169D-A849-4867-873E-74254541D7BB}" type="pres">
      <dgm:prSet presAssocID="{30A13A4A-B52A-422E-BB37-0EFB673C8DB5}" presName="aNode" presStyleLbl="f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1CE6CD-5794-4739-AE58-47AE34D7B50D}" type="pres">
      <dgm:prSet presAssocID="{30A13A4A-B52A-422E-BB37-0EFB673C8DB5}" presName="aSpace" presStyleCnt="0"/>
      <dgm:spPr/>
    </dgm:pt>
    <dgm:pt modelId="{EDACD26F-DA19-42EF-95DF-F9C9B9B912D0}" type="pres">
      <dgm:prSet presAssocID="{476D9F13-3FD4-4141-881D-CDF625B95EA7}" presName="aNode" presStyleLbl="fg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F0B7D6-5B20-4A21-98E0-01462029068E}" type="pres">
      <dgm:prSet presAssocID="{476D9F13-3FD4-4141-881D-CDF625B95EA7}" presName="aSpace" presStyleCnt="0"/>
      <dgm:spPr/>
    </dgm:pt>
    <dgm:pt modelId="{1E61ECB2-3E46-42D0-8FE7-337A4FABC57A}" type="pres">
      <dgm:prSet presAssocID="{3B470FB6-3D24-494F-BFFE-CEA5DF126C1C}" presName="aNode" presStyleLbl="fg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F2F06F-B23C-44EC-99DB-B2AD86B4FA80}" type="pres">
      <dgm:prSet presAssocID="{3B470FB6-3D24-494F-BFFE-CEA5DF126C1C}" presName="aSpace" presStyleCnt="0"/>
      <dgm:spPr/>
    </dgm:pt>
    <dgm:pt modelId="{23CAEE0D-6DB7-4346-A0E8-DCC7A80632FB}" type="pres">
      <dgm:prSet presAssocID="{5ED1AC7F-AAF7-4B5E-8158-381628EB6981}" presName="aNode" presStyleLbl="fg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D04C06-5496-440A-8553-1178EA7CADFB}" type="pres">
      <dgm:prSet presAssocID="{5ED1AC7F-AAF7-4B5E-8158-381628EB6981}" presName="aSpace" presStyleCnt="0"/>
      <dgm:spPr/>
    </dgm:pt>
    <dgm:pt modelId="{D0C3CF52-1259-4673-891B-001FAC2F8E4D}" type="pres">
      <dgm:prSet presAssocID="{920CBA15-04C9-432E-BAB8-E1EE06319AAA}" presName="aNode" presStyleLbl="fg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FFA355-06CC-4125-BB2A-3DC36F5B6B00}" type="pres">
      <dgm:prSet presAssocID="{920CBA15-04C9-432E-BAB8-E1EE06319AAA}" presName="aSpace" presStyleCnt="0"/>
      <dgm:spPr/>
    </dgm:pt>
  </dgm:ptLst>
  <dgm:cxnLst>
    <dgm:cxn modelId="{4E9021C8-9470-48F4-878E-632F4578D215}" srcId="{AA11AC5F-BF02-4541-8F33-21ECC7E0B420}" destId="{476D9F13-3FD4-4141-881D-CDF625B95EA7}" srcOrd="1" destOrd="0" parTransId="{A6CFACAC-5EC5-4980-9C83-827C6B77BED9}" sibTransId="{DE04CB32-FF78-4D5C-9511-D7162BBA2067}"/>
    <dgm:cxn modelId="{D466A9FE-D89D-41ED-85C2-C4B3C46C2820}" srcId="{AA11AC5F-BF02-4541-8F33-21ECC7E0B420}" destId="{30A13A4A-B52A-422E-BB37-0EFB673C8DB5}" srcOrd="0" destOrd="0" parTransId="{2AAADA4B-7853-4347-B3BF-707E88530A1F}" sibTransId="{1C085AF4-C2AD-4235-839F-7ADBD67B36D2}"/>
    <dgm:cxn modelId="{80E3DD8B-FEC6-4C75-A7DB-D33A5ADD7A85}" type="presOf" srcId="{5ED1AC7F-AAF7-4B5E-8158-381628EB6981}" destId="{23CAEE0D-6DB7-4346-A0E8-DCC7A80632FB}" srcOrd="0" destOrd="0" presId="urn:microsoft.com/office/officeart/2005/8/layout/pyramid2"/>
    <dgm:cxn modelId="{53E4B75B-8D68-4159-9372-523F1B3E7575}" type="presOf" srcId="{920CBA15-04C9-432E-BAB8-E1EE06319AAA}" destId="{D0C3CF52-1259-4673-891B-001FAC2F8E4D}" srcOrd="0" destOrd="0" presId="urn:microsoft.com/office/officeart/2005/8/layout/pyramid2"/>
    <dgm:cxn modelId="{96EDCDF9-0F2F-4BF0-AF57-2DAA0420B4E3}" srcId="{AA11AC5F-BF02-4541-8F33-21ECC7E0B420}" destId="{5ED1AC7F-AAF7-4B5E-8158-381628EB6981}" srcOrd="3" destOrd="0" parTransId="{34984961-3268-42E7-8495-FAF34A60ECED}" sibTransId="{8A0E4EF3-CAAA-4B29-9D3F-E25A313B8D9D}"/>
    <dgm:cxn modelId="{310B75AB-C954-4EF3-BF64-1D08A898097D}" type="presOf" srcId="{3B470FB6-3D24-494F-BFFE-CEA5DF126C1C}" destId="{1E61ECB2-3E46-42D0-8FE7-337A4FABC57A}" srcOrd="0" destOrd="0" presId="urn:microsoft.com/office/officeart/2005/8/layout/pyramid2"/>
    <dgm:cxn modelId="{ABCC311B-F9F8-44F0-BA5D-6D6848ED888D}" type="presOf" srcId="{30A13A4A-B52A-422E-BB37-0EFB673C8DB5}" destId="{0AC9169D-A849-4867-873E-74254541D7BB}" srcOrd="0" destOrd="0" presId="urn:microsoft.com/office/officeart/2005/8/layout/pyramid2"/>
    <dgm:cxn modelId="{71AE0FE1-11CA-4CCA-92EF-C7E8B9A55F74}" type="presOf" srcId="{AA11AC5F-BF02-4541-8F33-21ECC7E0B420}" destId="{B50AF8EA-08C2-4EAB-B79C-D451322A9012}" srcOrd="0" destOrd="0" presId="urn:microsoft.com/office/officeart/2005/8/layout/pyramid2"/>
    <dgm:cxn modelId="{D4EEC4DC-7C6A-4CCD-9A08-A67847143477}" srcId="{AA11AC5F-BF02-4541-8F33-21ECC7E0B420}" destId="{920CBA15-04C9-432E-BAB8-E1EE06319AAA}" srcOrd="4" destOrd="0" parTransId="{0DECF328-5D5C-4C8F-B99B-86CF1F19F729}" sibTransId="{576E31BA-1743-4273-9B30-DB7FCCDE2E0C}"/>
    <dgm:cxn modelId="{F57BDD07-D187-4918-AE20-8511678DA55E}" type="presOf" srcId="{476D9F13-3FD4-4141-881D-CDF625B95EA7}" destId="{EDACD26F-DA19-42EF-95DF-F9C9B9B912D0}" srcOrd="0" destOrd="0" presId="urn:microsoft.com/office/officeart/2005/8/layout/pyramid2"/>
    <dgm:cxn modelId="{725AC119-037B-4A0F-86B9-18BDE84C5445}" srcId="{AA11AC5F-BF02-4541-8F33-21ECC7E0B420}" destId="{3B470FB6-3D24-494F-BFFE-CEA5DF126C1C}" srcOrd="2" destOrd="0" parTransId="{C5744CD8-1302-472C-BB0D-140C38D9EE1C}" sibTransId="{476618ED-4E9F-411B-94CE-A545702A72FC}"/>
    <dgm:cxn modelId="{DA1CA74C-568E-44C8-B6CA-99AAEB885A60}" type="presParOf" srcId="{B50AF8EA-08C2-4EAB-B79C-D451322A9012}" destId="{6A535E4E-7F9F-4A87-AD52-7943C1C84D7D}" srcOrd="0" destOrd="0" presId="urn:microsoft.com/office/officeart/2005/8/layout/pyramid2"/>
    <dgm:cxn modelId="{60A6A3D8-4234-402B-A201-6A9C43C9680E}" type="presParOf" srcId="{B50AF8EA-08C2-4EAB-B79C-D451322A9012}" destId="{E7FDF472-9B42-4742-ACF6-E083947B5D9E}" srcOrd="1" destOrd="0" presId="urn:microsoft.com/office/officeart/2005/8/layout/pyramid2"/>
    <dgm:cxn modelId="{C0D4AAC9-C40E-4073-8B16-AD7337C109C0}" type="presParOf" srcId="{E7FDF472-9B42-4742-ACF6-E083947B5D9E}" destId="{0AC9169D-A849-4867-873E-74254541D7BB}" srcOrd="0" destOrd="0" presId="urn:microsoft.com/office/officeart/2005/8/layout/pyramid2"/>
    <dgm:cxn modelId="{B4F6B18E-C9A2-4002-B69F-DBD7FD0DF08D}" type="presParOf" srcId="{E7FDF472-9B42-4742-ACF6-E083947B5D9E}" destId="{161CE6CD-5794-4739-AE58-47AE34D7B50D}" srcOrd="1" destOrd="0" presId="urn:microsoft.com/office/officeart/2005/8/layout/pyramid2"/>
    <dgm:cxn modelId="{A7E25F3C-F440-4BB6-A332-783AD4D59620}" type="presParOf" srcId="{E7FDF472-9B42-4742-ACF6-E083947B5D9E}" destId="{EDACD26F-DA19-42EF-95DF-F9C9B9B912D0}" srcOrd="2" destOrd="0" presId="urn:microsoft.com/office/officeart/2005/8/layout/pyramid2"/>
    <dgm:cxn modelId="{395A7C04-7B9E-4D59-811F-B7E09D93E42D}" type="presParOf" srcId="{E7FDF472-9B42-4742-ACF6-E083947B5D9E}" destId="{B4F0B7D6-5B20-4A21-98E0-01462029068E}" srcOrd="3" destOrd="0" presId="urn:microsoft.com/office/officeart/2005/8/layout/pyramid2"/>
    <dgm:cxn modelId="{C04C0725-5E0B-4AB1-B224-C822C0AAFDF5}" type="presParOf" srcId="{E7FDF472-9B42-4742-ACF6-E083947B5D9E}" destId="{1E61ECB2-3E46-42D0-8FE7-337A4FABC57A}" srcOrd="4" destOrd="0" presId="urn:microsoft.com/office/officeart/2005/8/layout/pyramid2"/>
    <dgm:cxn modelId="{BC501E8B-2547-458E-BA21-D64BBFA8707D}" type="presParOf" srcId="{E7FDF472-9B42-4742-ACF6-E083947B5D9E}" destId="{EFF2F06F-B23C-44EC-99DB-B2AD86B4FA80}" srcOrd="5" destOrd="0" presId="urn:microsoft.com/office/officeart/2005/8/layout/pyramid2"/>
    <dgm:cxn modelId="{C6C3CD6C-322E-43A1-9298-58F918E9BEF9}" type="presParOf" srcId="{E7FDF472-9B42-4742-ACF6-E083947B5D9E}" destId="{23CAEE0D-6DB7-4346-A0E8-DCC7A80632FB}" srcOrd="6" destOrd="0" presId="urn:microsoft.com/office/officeart/2005/8/layout/pyramid2"/>
    <dgm:cxn modelId="{FBAE22AD-76AE-4617-8949-5C93BC23A34B}" type="presParOf" srcId="{E7FDF472-9B42-4742-ACF6-E083947B5D9E}" destId="{21D04C06-5496-440A-8553-1178EA7CADFB}" srcOrd="7" destOrd="0" presId="urn:microsoft.com/office/officeart/2005/8/layout/pyramid2"/>
    <dgm:cxn modelId="{E010810A-FED7-4D89-B97D-E536EC623B91}" type="presParOf" srcId="{E7FDF472-9B42-4742-ACF6-E083947B5D9E}" destId="{D0C3CF52-1259-4673-891B-001FAC2F8E4D}" srcOrd="8" destOrd="0" presId="urn:microsoft.com/office/officeart/2005/8/layout/pyramid2"/>
    <dgm:cxn modelId="{C3500052-1718-4C17-86F8-D2E6E09ED92A}" type="presParOf" srcId="{E7FDF472-9B42-4742-ACF6-E083947B5D9E}" destId="{63FFA355-06CC-4125-BB2A-3DC36F5B6B00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B86AB0C-E232-4221-83D7-DA81DD746384}" type="doc">
      <dgm:prSet loTypeId="urn:microsoft.com/office/officeart/2005/8/layout/pyramid2" loCatId="pyramid" qsTypeId="urn:microsoft.com/office/officeart/2005/8/quickstyle/3d4" qsCatId="3D" csTypeId="urn:microsoft.com/office/officeart/2005/8/colors/accent1_2" csCatId="accent1" phldr="1"/>
      <dgm:spPr/>
    </dgm:pt>
    <dgm:pt modelId="{054994BD-F01D-4682-AFAE-126EBD4E5CA1}">
      <dgm:prSet phldrT="[Text]"/>
      <dgm:spPr/>
      <dgm:t>
        <a:bodyPr/>
        <a:lstStyle/>
        <a:p>
          <a:r>
            <a:rPr lang="en-US" smtClean="0"/>
            <a:t>Tivat-Budva  - 14.572 vozila/dan</a:t>
          </a:r>
          <a:endParaRPr lang="en-US" dirty="0"/>
        </a:p>
      </dgm:t>
    </dgm:pt>
    <dgm:pt modelId="{CDF2E684-07E4-4BEE-8E46-499DC8702ADD}" type="parTrans" cxnId="{B2E32998-DCFC-4350-8B99-582D65ECB3E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F8740AD-D3F8-457F-AF07-00DC01814F01}" type="sibTrans" cxnId="{B2E32998-DCFC-4350-8B99-582D65ECB3E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E8A2F76-A4A4-4F91-967E-20521BD475BD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mtClean="0"/>
            <a:t>Kotor-Tivat - 11.615 vozila/dan</a:t>
          </a:r>
        </a:p>
        <a:p>
          <a:pPr lvl="0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dirty="0"/>
        </a:p>
      </dgm:t>
    </dgm:pt>
    <dgm:pt modelId="{8DAFBD57-8523-4473-9451-ABD735F6EFEA}" type="parTrans" cxnId="{491B1B9F-36A7-49E9-89E8-F83C2C22F37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A1D46DD-E248-4325-B024-BABE122FED27}" type="sibTrans" cxnId="{491B1B9F-36A7-49E9-89E8-F83C2C22F37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65105DB-49C9-46B8-97F5-A91187451EF2}">
      <dgm:prSet phldrT="[Text]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mtClean="0"/>
            <a:t>Podgorica-Tuzi - 10.915 vozila/dan</a:t>
          </a:r>
        </a:p>
        <a:p>
          <a:pPr lvl="0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dirty="0"/>
        </a:p>
      </dgm:t>
    </dgm:pt>
    <dgm:pt modelId="{F035FF8F-914D-4658-AA2C-4190E86DFD80}" type="parTrans" cxnId="{C15B4FAA-BDB6-431A-99A1-9C081AD730E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343E9A3-EAAC-44A9-965F-5F1335953F95}" type="sibTrans" cxnId="{C15B4FAA-BDB6-431A-99A1-9C081AD730E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8B7DE28-1F87-4C21-9EB1-5CF0DAB05739}" type="pres">
      <dgm:prSet presAssocID="{3B86AB0C-E232-4221-83D7-DA81DD746384}" presName="compositeShape" presStyleCnt="0">
        <dgm:presLayoutVars>
          <dgm:dir/>
          <dgm:resizeHandles/>
        </dgm:presLayoutVars>
      </dgm:prSet>
      <dgm:spPr/>
    </dgm:pt>
    <dgm:pt modelId="{CB9F805A-AE55-4945-B10A-224A1C25A059}" type="pres">
      <dgm:prSet presAssocID="{3B86AB0C-E232-4221-83D7-DA81DD746384}" presName="pyramid" presStyleLbl="node1" presStyleIdx="0" presStyleCnt="1"/>
      <dgm:spPr/>
    </dgm:pt>
    <dgm:pt modelId="{75A5CEF1-1802-48CB-9E10-6FCDCA11EB96}" type="pres">
      <dgm:prSet presAssocID="{3B86AB0C-E232-4221-83D7-DA81DD746384}" presName="theList" presStyleCnt="0"/>
      <dgm:spPr/>
    </dgm:pt>
    <dgm:pt modelId="{A023742C-9B3D-4893-8F6E-B14451EC8F53}" type="pres">
      <dgm:prSet presAssocID="{054994BD-F01D-4682-AFAE-126EBD4E5CA1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D5547D-4BA7-41F2-AE37-1F940BC08599}" type="pres">
      <dgm:prSet presAssocID="{054994BD-F01D-4682-AFAE-126EBD4E5CA1}" presName="aSpace" presStyleCnt="0"/>
      <dgm:spPr/>
    </dgm:pt>
    <dgm:pt modelId="{F5E4262E-CE03-4211-9EB8-AE12BC13D650}" type="pres">
      <dgm:prSet presAssocID="{4E8A2F76-A4A4-4F91-967E-20521BD475BD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1640EB-7303-4C12-9AC6-C6217108D944}" type="pres">
      <dgm:prSet presAssocID="{4E8A2F76-A4A4-4F91-967E-20521BD475BD}" presName="aSpace" presStyleCnt="0"/>
      <dgm:spPr/>
    </dgm:pt>
    <dgm:pt modelId="{2FC26170-93E5-4E77-9B81-50ED3EE70216}" type="pres">
      <dgm:prSet presAssocID="{565105DB-49C9-46B8-97F5-A91187451EF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18D84E-8D34-4C23-9C0C-778659AC07A0}" type="pres">
      <dgm:prSet presAssocID="{565105DB-49C9-46B8-97F5-A91187451EF2}" presName="aSpace" presStyleCnt="0"/>
      <dgm:spPr/>
    </dgm:pt>
  </dgm:ptLst>
  <dgm:cxnLst>
    <dgm:cxn modelId="{0CEFE1A7-F811-4701-8EF1-B4A7BE56A6A8}" type="presOf" srcId="{3B86AB0C-E232-4221-83D7-DA81DD746384}" destId="{38B7DE28-1F87-4C21-9EB1-5CF0DAB05739}" srcOrd="0" destOrd="0" presId="urn:microsoft.com/office/officeart/2005/8/layout/pyramid2"/>
    <dgm:cxn modelId="{491B1B9F-36A7-49E9-89E8-F83C2C22F37E}" srcId="{3B86AB0C-E232-4221-83D7-DA81DD746384}" destId="{4E8A2F76-A4A4-4F91-967E-20521BD475BD}" srcOrd="1" destOrd="0" parTransId="{8DAFBD57-8523-4473-9451-ABD735F6EFEA}" sibTransId="{AA1D46DD-E248-4325-B024-BABE122FED27}"/>
    <dgm:cxn modelId="{B5E8B603-B0E1-4060-9ECC-FF9EAC98E731}" type="presOf" srcId="{4E8A2F76-A4A4-4F91-967E-20521BD475BD}" destId="{F5E4262E-CE03-4211-9EB8-AE12BC13D650}" srcOrd="0" destOrd="0" presId="urn:microsoft.com/office/officeart/2005/8/layout/pyramid2"/>
    <dgm:cxn modelId="{B2E32998-DCFC-4350-8B99-582D65ECB3EE}" srcId="{3B86AB0C-E232-4221-83D7-DA81DD746384}" destId="{054994BD-F01D-4682-AFAE-126EBD4E5CA1}" srcOrd="0" destOrd="0" parTransId="{CDF2E684-07E4-4BEE-8E46-499DC8702ADD}" sibTransId="{5F8740AD-D3F8-457F-AF07-00DC01814F01}"/>
    <dgm:cxn modelId="{3F60AF4B-58EA-4CAE-81E5-250D94FBBBD0}" type="presOf" srcId="{054994BD-F01D-4682-AFAE-126EBD4E5CA1}" destId="{A023742C-9B3D-4893-8F6E-B14451EC8F53}" srcOrd="0" destOrd="0" presId="urn:microsoft.com/office/officeart/2005/8/layout/pyramid2"/>
    <dgm:cxn modelId="{C15B4FAA-BDB6-431A-99A1-9C081AD730E4}" srcId="{3B86AB0C-E232-4221-83D7-DA81DD746384}" destId="{565105DB-49C9-46B8-97F5-A91187451EF2}" srcOrd="2" destOrd="0" parTransId="{F035FF8F-914D-4658-AA2C-4190E86DFD80}" sibTransId="{8343E9A3-EAAC-44A9-965F-5F1335953F95}"/>
    <dgm:cxn modelId="{DFF2524A-5990-4051-95AD-2DB2DD4BAB90}" type="presOf" srcId="{565105DB-49C9-46B8-97F5-A91187451EF2}" destId="{2FC26170-93E5-4E77-9B81-50ED3EE70216}" srcOrd="0" destOrd="0" presId="urn:microsoft.com/office/officeart/2005/8/layout/pyramid2"/>
    <dgm:cxn modelId="{FC97AF6F-133F-4449-A003-2D543AA90A17}" type="presParOf" srcId="{38B7DE28-1F87-4C21-9EB1-5CF0DAB05739}" destId="{CB9F805A-AE55-4945-B10A-224A1C25A059}" srcOrd="0" destOrd="0" presId="urn:microsoft.com/office/officeart/2005/8/layout/pyramid2"/>
    <dgm:cxn modelId="{03E756C1-2912-4294-9209-2BE8AE7E787E}" type="presParOf" srcId="{38B7DE28-1F87-4C21-9EB1-5CF0DAB05739}" destId="{75A5CEF1-1802-48CB-9E10-6FCDCA11EB96}" srcOrd="1" destOrd="0" presId="urn:microsoft.com/office/officeart/2005/8/layout/pyramid2"/>
    <dgm:cxn modelId="{7CBAEDE3-D2C4-4611-8C2A-2A112346E2CE}" type="presParOf" srcId="{75A5CEF1-1802-48CB-9E10-6FCDCA11EB96}" destId="{A023742C-9B3D-4893-8F6E-B14451EC8F53}" srcOrd="0" destOrd="0" presId="urn:microsoft.com/office/officeart/2005/8/layout/pyramid2"/>
    <dgm:cxn modelId="{FD595E36-941C-4A1B-9656-1F09A338FF36}" type="presParOf" srcId="{75A5CEF1-1802-48CB-9E10-6FCDCA11EB96}" destId="{A9D5547D-4BA7-41F2-AE37-1F940BC08599}" srcOrd="1" destOrd="0" presId="urn:microsoft.com/office/officeart/2005/8/layout/pyramid2"/>
    <dgm:cxn modelId="{AD63153D-2510-43C9-B994-52D6298E7058}" type="presParOf" srcId="{75A5CEF1-1802-48CB-9E10-6FCDCA11EB96}" destId="{F5E4262E-CE03-4211-9EB8-AE12BC13D650}" srcOrd="2" destOrd="0" presId="urn:microsoft.com/office/officeart/2005/8/layout/pyramid2"/>
    <dgm:cxn modelId="{AA2444D3-2482-45CA-A813-49E25B2F02F1}" type="presParOf" srcId="{75A5CEF1-1802-48CB-9E10-6FCDCA11EB96}" destId="{0B1640EB-7303-4C12-9AC6-C6217108D944}" srcOrd="3" destOrd="0" presId="urn:microsoft.com/office/officeart/2005/8/layout/pyramid2"/>
    <dgm:cxn modelId="{EE904919-B88A-4FDB-97AD-601E8F60043B}" type="presParOf" srcId="{75A5CEF1-1802-48CB-9E10-6FCDCA11EB96}" destId="{2FC26170-93E5-4E77-9B81-50ED3EE70216}" srcOrd="4" destOrd="0" presId="urn:microsoft.com/office/officeart/2005/8/layout/pyramid2"/>
    <dgm:cxn modelId="{6C9D42D9-9C41-432C-8FBA-DAD07FDF2333}" type="presParOf" srcId="{75A5CEF1-1802-48CB-9E10-6FCDCA11EB96}" destId="{AB18D84E-8D34-4C23-9C0C-778659AC07A0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CABB834-DB6F-4FA2-AB55-07DEB93CDCE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8E63EED0-443E-4B99-B165-F8DCA4A634E6}">
      <dgm:prSet phldrT="[Text]" custT="1"/>
      <dgm:spPr/>
      <dgm:t>
        <a:bodyPr lIns="72000" rIns="0"/>
        <a:lstStyle/>
        <a:p>
          <a:r>
            <a:rPr lang="en-US" sz="1800" dirty="0" err="1" smtClean="0">
              <a:solidFill>
                <a:schemeClr val="tx1"/>
              </a:solidFill>
            </a:rPr>
            <a:t>Hibridne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stanice</a:t>
          </a:r>
          <a:r>
            <a:rPr lang="en-US" sz="1800" dirty="0" smtClean="0">
              <a:solidFill>
                <a:schemeClr val="tx1"/>
              </a:solidFill>
            </a:rPr>
            <a:t> (</a:t>
          </a:r>
          <a:r>
            <a:rPr lang="en-US" sz="1800" dirty="0" err="1" smtClean="0">
              <a:solidFill>
                <a:schemeClr val="tx1"/>
              </a:solidFill>
            </a:rPr>
            <a:t>solar+vjetroturbina</a:t>
          </a:r>
          <a:r>
            <a:rPr lang="en-US" sz="1800" dirty="0" smtClean="0">
              <a:solidFill>
                <a:schemeClr val="tx1"/>
              </a:solidFill>
            </a:rPr>
            <a:t>) </a:t>
          </a:r>
          <a:endParaRPr lang="en-US" sz="1800" dirty="0">
            <a:solidFill>
              <a:schemeClr val="tx1"/>
            </a:solidFill>
          </a:endParaRPr>
        </a:p>
      </dgm:t>
    </dgm:pt>
    <dgm:pt modelId="{75074B0A-AA8F-4763-86AA-35E2F8C9F187}" type="parTrans" cxnId="{C4F7EA45-E8E4-41CF-8C8F-C91E3A82023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682B28C-B994-4BBB-BD5B-04E19071E7BC}" type="sibTrans" cxnId="{C4F7EA45-E8E4-41CF-8C8F-C91E3A82023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00F7BAA-D2CE-4362-B863-FDC1D5A6DB0D}">
      <dgm:prSet phldrT="[Text]" custT="1"/>
      <dgm:spPr/>
      <dgm:t>
        <a:bodyPr anchor="ctr"/>
        <a:lstStyle/>
        <a:p>
          <a:r>
            <a:rPr lang="en-US" sz="1800" dirty="0" err="1" smtClean="0">
              <a:solidFill>
                <a:schemeClr val="tx1"/>
              </a:solidFill>
            </a:rPr>
            <a:t>Integracija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sa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ostalim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evropskim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mrežama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endParaRPr lang="en-US" sz="1800" dirty="0">
            <a:solidFill>
              <a:schemeClr val="tx1"/>
            </a:solidFill>
          </a:endParaRPr>
        </a:p>
      </dgm:t>
    </dgm:pt>
    <dgm:pt modelId="{6C504D77-2DAE-4318-9318-98A7BACBE913}" type="parTrans" cxnId="{6DDA6C06-E58E-4288-AA03-EDC57592AFE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BFC5D03-B73D-4FCC-B8C7-003C54D1CE3E}" type="sibTrans" cxnId="{6DDA6C06-E58E-4288-AA03-EDC57592AFE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3B40390-1D4D-44EA-A80E-F2EBE60DD163}">
      <dgm:prSet phldrT="[Text]" custT="1"/>
      <dgm:spPr/>
      <dgm:t>
        <a:bodyPr anchor="ctr"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sz="1800" dirty="0" smtClean="0">
            <a:solidFill>
              <a:schemeClr val="tx1"/>
            </a:solidFill>
          </a:endParaRPr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dirty="0" err="1" smtClean="0">
              <a:solidFill>
                <a:schemeClr val="tx1"/>
              </a:solidFill>
            </a:rPr>
            <a:t>Baterije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za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skladištenje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energije</a:t>
          </a:r>
          <a:endParaRPr lang="en-US" sz="1800" dirty="0" smtClean="0">
            <a:solidFill>
              <a:schemeClr val="tx1"/>
            </a:solidFill>
          </a:endParaRPr>
        </a:p>
        <a:p>
          <a:pPr lvl="0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dirty="0">
            <a:solidFill>
              <a:schemeClr val="tx1"/>
            </a:solidFill>
          </a:endParaRPr>
        </a:p>
      </dgm:t>
    </dgm:pt>
    <dgm:pt modelId="{5BB60793-D4F1-40D5-841B-BED32DB888CF}" type="parTrans" cxnId="{0D3A6367-81E9-45D6-A104-E538E825DD6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AB489C9-BD23-4B08-9E3D-3C387852057E}" type="sibTrans" cxnId="{0D3A6367-81E9-45D6-A104-E538E825DD6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606D152-6CD9-4948-8022-46B5A98A83DB}">
      <dgm:prSet custT="1"/>
      <dgm:spPr/>
      <dgm:t>
        <a:bodyPr anchor="ctr"/>
        <a:lstStyle/>
        <a:p>
          <a:r>
            <a:rPr lang="en-US" sz="1800" dirty="0" err="1" smtClean="0">
              <a:solidFill>
                <a:schemeClr val="tx1"/>
              </a:solidFill>
            </a:rPr>
            <a:t>Dinamičko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prilagođavanje</a:t>
          </a:r>
          <a:r>
            <a:rPr lang="en-US" sz="1800" dirty="0" smtClean="0">
              <a:solidFill>
                <a:schemeClr val="tx1"/>
              </a:solidFill>
            </a:rPr>
            <a:t> </a:t>
          </a:r>
          <a:r>
            <a:rPr lang="en-US" sz="1800" dirty="0" err="1" smtClean="0">
              <a:solidFill>
                <a:schemeClr val="tx1"/>
              </a:solidFill>
            </a:rPr>
            <a:t>tokom</a:t>
          </a:r>
          <a:r>
            <a:rPr lang="en-US" sz="1800" dirty="0" smtClean="0">
              <a:solidFill>
                <a:schemeClr val="tx1"/>
              </a:solidFill>
            </a:rPr>
            <a:t> dana </a:t>
          </a:r>
          <a:endParaRPr lang="en-US" sz="1800" dirty="0">
            <a:solidFill>
              <a:schemeClr val="tx1"/>
            </a:solidFill>
          </a:endParaRPr>
        </a:p>
      </dgm:t>
    </dgm:pt>
    <dgm:pt modelId="{211BBE6B-4062-4773-828E-F4C7F027BBE0}" type="parTrans" cxnId="{DF94A889-680D-4A50-B44B-D7251147D54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CF6786F-BF2A-4757-AC75-1017DB8D850A}" type="sibTrans" cxnId="{DF94A889-680D-4A50-B44B-D7251147D54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7F232A6-6851-4E56-B18B-A955FC9EB9A0}" type="pres">
      <dgm:prSet presAssocID="{4CABB834-DB6F-4FA2-AB55-07DEB93CDCEE}" presName="Name0" presStyleCnt="0">
        <dgm:presLayoutVars>
          <dgm:dir/>
          <dgm:animLvl val="lvl"/>
          <dgm:resizeHandles val="exact"/>
        </dgm:presLayoutVars>
      </dgm:prSet>
      <dgm:spPr/>
    </dgm:pt>
    <dgm:pt modelId="{0A211AA5-615C-4C2E-A1F1-2A5E618B24F5}" type="pres">
      <dgm:prSet presAssocID="{8E63EED0-443E-4B99-B165-F8DCA4A634E6}" presName="parTxOnly" presStyleLbl="node1" presStyleIdx="0" presStyleCnt="4" custScaleX="12425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75EB67-CF48-4E80-A084-217C60A2CD83}" type="pres">
      <dgm:prSet presAssocID="{D682B28C-B994-4BBB-BD5B-04E19071E7BC}" presName="parTxOnlySpace" presStyleCnt="0"/>
      <dgm:spPr/>
    </dgm:pt>
    <dgm:pt modelId="{5E1EC5EF-6C58-4D49-86A7-5CD4BABD05FC}" type="pres">
      <dgm:prSet presAssocID="{B606D152-6CD9-4948-8022-46B5A98A83DB}" presName="parTxOnly" presStyleLbl="node1" presStyleIdx="1" presStyleCnt="4" custLinFactNeighborX="-6117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4F5210-9292-44C8-A946-C3F711178B63}" type="pres">
      <dgm:prSet presAssocID="{ACF6786F-BF2A-4757-AC75-1017DB8D850A}" presName="parTxOnlySpace" presStyleCnt="0"/>
      <dgm:spPr/>
    </dgm:pt>
    <dgm:pt modelId="{F3AA370C-7208-44C7-969D-E246C5291E7F}" type="pres">
      <dgm:prSet presAssocID="{D00F7BAA-D2CE-4362-B863-FDC1D5A6DB0D}" presName="parTxOnly" presStyleLbl="node1" presStyleIdx="2" presStyleCnt="4" custScaleX="113128" custLinFactX="-1839" custLinFactNeighborX="-100000" custLinFactNeighborY="-78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0AD6C9-8FB5-434D-854B-7330F3CA9447}" type="pres">
      <dgm:prSet presAssocID="{CBFC5D03-B73D-4FCC-B8C7-003C54D1CE3E}" presName="parTxOnlySpace" presStyleCnt="0"/>
      <dgm:spPr/>
    </dgm:pt>
    <dgm:pt modelId="{9A2CE9E3-1DD2-4DCC-84CB-9B609991B3E6}" type="pres">
      <dgm:prSet presAssocID="{43B40390-1D4D-44EA-A80E-F2EBE60DD163}" presName="parTxOnly" presStyleLbl="node1" presStyleIdx="3" presStyleCnt="4" custLinFactX="-7743" custLinFactNeighborX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4C515E8-A779-4A0A-A694-0C1B496EC6A3}" type="presOf" srcId="{4CABB834-DB6F-4FA2-AB55-07DEB93CDCEE}" destId="{27F232A6-6851-4E56-B18B-A955FC9EB9A0}" srcOrd="0" destOrd="0" presId="urn:microsoft.com/office/officeart/2005/8/layout/chevron1"/>
    <dgm:cxn modelId="{C4F7EA45-E8E4-41CF-8C8F-C91E3A820233}" srcId="{4CABB834-DB6F-4FA2-AB55-07DEB93CDCEE}" destId="{8E63EED0-443E-4B99-B165-F8DCA4A634E6}" srcOrd="0" destOrd="0" parTransId="{75074B0A-AA8F-4763-86AA-35E2F8C9F187}" sibTransId="{D682B28C-B994-4BBB-BD5B-04E19071E7BC}"/>
    <dgm:cxn modelId="{DF94A889-680D-4A50-B44B-D7251147D54B}" srcId="{4CABB834-DB6F-4FA2-AB55-07DEB93CDCEE}" destId="{B606D152-6CD9-4948-8022-46B5A98A83DB}" srcOrd="1" destOrd="0" parTransId="{211BBE6B-4062-4773-828E-F4C7F027BBE0}" sibTransId="{ACF6786F-BF2A-4757-AC75-1017DB8D850A}"/>
    <dgm:cxn modelId="{BACEB794-86AD-4347-AB19-A9356D33BA7F}" type="presOf" srcId="{43B40390-1D4D-44EA-A80E-F2EBE60DD163}" destId="{9A2CE9E3-1DD2-4DCC-84CB-9B609991B3E6}" srcOrd="0" destOrd="0" presId="urn:microsoft.com/office/officeart/2005/8/layout/chevron1"/>
    <dgm:cxn modelId="{0D3A6367-81E9-45D6-A104-E538E825DD69}" srcId="{4CABB834-DB6F-4FA2-AB55-07DEB93CDCEE}" destId="{43B40390-1D4D-44EA-A80E-F2EBE60DD163}" srcOrd="3" destOrd="0" parTransId="{5BB60793-D4F1-40D5-841B-BED32DB888CF}" sibTransId="{7AB489C9-BD23-4B08-9E3D-3C387852057E}"/>
    <dgm:cxn modelId="{5AD8C0F1-23F4-4DBE-8087-951F8F179980}" type="presOf" srcId="{8E63EED0-443E-4B99-B165-F8DCA4A634E6}" destId="{0A211AA5-615C-4C2E-A1F1-2A5E618B24F5}" srcOrd="0" destOrd="0" presId="urn:microsoft.com/office/officeart/2005/8/layout/chevron1"/>
    <dgm:cxn modelId="{0B3EBF4A-3CFB-4F7D-8495-EF9A5423A466}" type="presOf" srcId="{D00F7BAA-D2CE-4362-B863-FDC1D5A6DB0D}" destId="{F3AA370C-7208-44C7-969D-E246C5291E7F}" srcOrd="0" destOrd="0" presId="urn:microsoft.com/office/officeart/2005/8/layout/chevron1"/>
    <dgm:cxn modelId="{6DDA6C06-E58E-4288-AA03-EDC57592AFE0}" srcId="{4CABB834-DB6F-4FA2-AB55-07DEB93CDCEE}" destId="{D00F7BAA-D2CE-4362-B863-FDC1D5A6DB0D}" srcOrd="2" destOrd="0" parTransId="{6C504D77-2DAE-4318-9318-98A7BACBE913}" sibTransId="{CBFC5D03-B73D-4FCC-B8C7-003C54D1CE3E}"/>
    <dgm:cxn modelId="{C554A1D1-23D4-4C46-8725-8A442C024E28}" type="presOf" srcId="{B606D152-6CD9-4948-8022-46B5A98A83DB}" destId="{5E1EC5EF-6C58-4D49-86A7-5CD4BABD05FC}" srcOrd="0" destOrd="0" presId="urn:microsoft.com/office/officeart/2005/8/layout/chevron1"/>
    <dgm:cxn modelId="{35D0745F-F0C7-417D-A28A-3338194D766C}" type="presParOf" srcId="{27F232A6-6851-4E56-B18B-A955FC9EB9A0}" destId="{0A211AA5-615C-4C2E-A1F1-2A5E618B24F5}" srcOrd="0" destOrd="0" presId="urn:microsoft.com/office/officeart/2005/8/layout/chevron1"/>
    <dgm:cxn modelId="{C33BC009-7E7C-4A6A-954A-7C2A045702AB}" type="presParOf" srcId="{27F232A6-6851-4E56-B18B-A955FC9EB9A0}" destId="{D875EB67-CF48-4E80-A084-217C60A2CD83}" srcOrd="1" destOrd="0" presId="urn:microsoft.com/office/officeart/2005/8/layout/chevron1"/>
    <dgm:cxn modelId="{032C14C0-9507-4BDB-B08F-181B5783EF71}" type="presParOf" srcId="{27F232A6-6851-4E56-B18B-A955FC9EB9A0}" destId="{5E1EC5EF-6C58-4D49-86A7-5CD4BABD05FC}" srcOrd="2" destOrd="0" presId="urn:microsoft.com/office/officeart/2005/8/layout/chevron1"/>
    <dgm:cxn modelId="{D4226D38-784D-4830-86DE-56934F479647}" type="presParOf" srcId="{27F232A6-6851-4E56-B18B-A955FC9EB9A0}" destId="{EC4F5210-9292-44C8-A946-C3F711178B63}" srcOrd="3" destOrd="0" presId="urn:microsoft.com/office/officeart/2005/8/layout/chevron1"/>
    <dgm:cxn modelId="{7E95AC97-70E8-4FCA-8EED-E3FAE7AAFDC5}" type="presParOf" srcId="{27F232A6-6851-4E56-B18B-A955FC9EB9A0}" destId="{F3AA370C-7208-44C7-969D-E246C5291E7F}" srcOrd="4" destOrd="0" presId="urn:microsoft.com/office/officeart/2005/8/layout/chevron1"/>
    <dgm:cxn modelId="{028AAAD4-49BB-4C35-82EB-5A4464BB296D}" type="presParOf" srcId="{27F232A6-6851-4E56-B18B-A955FC9EB9A0}" destId="{BE0AD6C9-8FB5-434D-854B-7330F3CA9447}" srcOrd="5" destOrd="0" presId="urn:microsoft.com/office/officeart/2005/8/layout/chevron1"/>
    <dgm:cxn modelId="{6FCE66DF-767B-414D-8089-E02AA8D3456D}" type="presParOf" srcId="{27F232A6-6851-4E56-B18B-A955FC9EB9A0}" destId="{9A2CE9E3-1DD2-4DCC-84CB-9B609991B3E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933BF-6947-432A-8D98-C0F777AD8796}">
      <dsp:nvSpPr>
        <dsp:cNvPr id="0" name=""/>
        <dsp:cNvSpPr/>
      </dsp:nvSpPr>
      <dsp:spPr>
        <a:xfrm>
          <a:off x="4998" y="410927"/>
          <a:ext cx="1911803" cy="1147082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err="1" smtClean="0">
              <a:solidFill>
                <a:schemeClr val="bg1"/>
              </a:solidFill>
            </a:rPr>
            <a:t>Loše</a:t>
          </a:r>
          <a:r>
            <a:rPr lang="en-US" sz="2100" kern="1200" dirty="0" smtClean="0">
              <a:solidFill>
                <a:schemeClr val="bg1"/>
              </a:solidFill>
            </a:rPr>
            <a:t> </a:t>
          </a:r>
          <a:r>
            <a:rPr lang="en-US" sz="2100" kern="1200" dirty="0" err="1" smtClean="0">
              <a:solidFill>
                <a:schemeClr val="bg1"/>
              </a:solidFill>
            </a:rPr>
            <a:t>planirana</a:t>
          </a:r>
          <a:r>
            <a:rPr lang="en-US" sz="2100" kern="1200" dirty="0" smtClean="0">
              <a:solidFill>
                <a:schemeClr val="bg1"/>
              </a:solidFill>
            </a:rPr>
            <a:t> </a:t>
          </a:r>
          <a:r>
            <a:rPr lang="en-US" sz="2100" kern="1200" dirty="0" err="1" smtClean="0">
              <a:solidFill>
                <a:schemeClr val="bg1"/>
              </a:solidFill>
            </a:rPr>
            <a:t>mreža</a:t>
          </a:r>
          <a:r>
            <a:rPr lang="en-US" sz="2100" kern="1200" dirty="0" smtClean="0">
              <a:solidFill>
                <a:schemeClr val="bg1"/>
              </a:solidFill>
            </a:rPr>
            <a:t> </a:t>
          </a:r>
          <a:r>
            <a:rPr lang="en-US" sz="2100" kern="1200" dirty="0" err="1" smtClean="0">
              <a:solidFill>
                <a:schemeClr val="bg1"/>
              </a:solidFill>
            </a:rPr>
            <a:t>punjenja</a:t>
          </a:r>
          <a:r>
            <a:rPr lang="en-US" sz="2100" kern="1200" dirty="0" smtClean="0">
              <a:solidFill>
                <a:schemeClr val="bg1"/>
              </a:solidFill>
            </a:rPr>
            <a:t> </a:t>
          </a:r>
          <a:endParaRPr lang="en-US" sz="2100" kern="1200" dirty="0"/>
        </a:p>
      </dsp:txBody>
      <dsp:txXfrm>
        <a:off x="38595" y="444524"/>
        <a:ext cx="1844609" cy="1079888"/>
      </dsp:txXfrm>
    </dsp:sp>
    <dsp:sp modelId="{35F09838-0397-4516-99EE-8D4C72250047}">
      <dsp:nvSpPr>
        <dsp:cNvPr id="0" name=""/>
        <dsp:cNvSpPr/>
      </dsp:nvSpPr>
      <dsp:spPr>
        <a:xfrm>
          <a:off x="2107982" y="747405"/>
          <a:ext cx="405302" cy="47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2107982" y="842230"/>
        <a:ext cx="283711" cy="284477"/>
      </dsp:txXfrm>
    </dsp:sp>
    <dsp:sp modelId="{8F4EE7FC-ABF6-4183-BC6C-EFCC6964FE49}">
      <dsp:nvSpPr>
        <dsp:cNvPr id="0" name=""/>
        <dsp:cNvSpPr/>
      </dsp:nvSpPr>
      <dsp:spPr>
        <a:xfrm>
          <a:off x="2681523" y="410927"/>
          <a:ext cx="1897923" cy="1147082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100" kern="1200" dirty="0" smtClean="0">
              <a:solidFill>
                <a:schemeClr val="bg1"/>
              </a:solidFill>
            </a:rPr>
            <a:t>P</a:t>
          </a:r>
          <a:r>
            <a:rPr lang="en-US" sz="2100" kern="1200" dirty="0" err="1" smtClean="0">
              <a:solidFill>
                <a:schemeClr val="bg1"/>
              </a:solidFill>
            </a:rPr>
            <a:t>roblemi</a:t>
          </a:r>
          <a:r>
            <a:rPr lang="en-US" sz="2100" kern="1200" dirty="0" smtClean="0">
              <a:solidFill>
                <a:schemeClr val="bg1"/>
              </a:solidFill>
            </a:rPr>
            <a:t> </a:t>
          </a:r>
          <a:r>
            <a:rPr lang="en-US" sz="2100" kern="1200" dirty="0" err="1" smtClean="0">
              <a:solidFill>
                <a:schemeClr val="bg1"/>
              </a:solidFill>
            </a:rPr>
            <a:t>sa</a:t>
          </a:r>
          <a:r>
            <a:rPr lang="en-US" sz="2100" kern="1200" dirty="0" smtClean="0">
              <a:solidFill>
                <a:schemeClr val="bg1"/>
              </a:solidFill>
            </a:rPr>
            <a:t> </a:t>
          </a:r>
          <a:r>
            <a:rPr lang="en-US" sz="2100" kern="1200" dirty="0" err="1" smtClean="0">
              <a:solidFill>
                <a:schemeClr val="bg1"/>
              </a:solidFill>
            </a:rPr>
            <a:t>mrežom</a:t>
          </a:r>
          <a:r>
            <a:rPr lang="en-US" sz="2100" kern="1200" dirty="0" smtClean="0">
              <a:solidFill>
                <a:schemeClr val="bg1"/>
              </a:solidFill>
            </a:rPr>
            <a:t> </a:t>
          </a:r>
          <a:endParaRPr lang="en-US" sz="2100" kern="1200" dirty="0"/>
        </a:p>
      </dsp:txBody>
      <dsp:txXfrm>
        <a:off x="2715120" y="444524"/>
        <a:ext cx="1830729" cy="1079888"/>
      </dsp:txXfrm>
    </dsp:sp>
    <dsp:sp modelId="{6A5C0193-55D6-4A87-BB10-1EABF2C3D87E}">
      <dsp:nvSpPr>
        <dsp:cNvPr id="0" name=""/>
        <dsp:cNvSpPr/>
      </dsp:nvSpPr>
      <dsp:spPr>
        <a:xfrm>
          <a:off x="4770627" y="747405"/>
          <a:ext cx="405302" cy="47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207713"/>
            <a:satOff val="-4436"/>
            <a:lumOff val="1655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4770627" y="842230"/>
        <a:ext cx="283711" cy="284477"/>
      </dsp:txXfrm>
    </dsp:sp>
    <dsp:sp modelId="{AA741158-C72C-4B06-94B1-0893D55C1061}">
      <dsp:nvSpPr>
        <dsp:cNvPr id="0" name=""/>
        <dsp:cNvSpPr/>
      </dsp:nvSpPr>
      <dsp:spPr>
        <a:xfrm>
          <a:off x="5344168" y="410927"/>
          <a:ext cx="1911803" cy="1147082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100" kern="1200" dirty="0" smtClean="0">
              <a:solidFill>
                <a:schemeClr val="bg1"/>
              </a:solidFill>
            </a:rPr>
            <a:t>Z</a:t>
          </a:r>
          <a:r>
            <a:rPr lang="en-US" sz="2100" kern="1200" dirty="0" err="1" smtClean="0">
              <a:solidFill>
                <a:schemeClr val="bg1"/>
              </a:solidFill>
            </a:rPr>
            <a:t>agušenja</a:t>
          </a:r>
          <a:endParaRPr lang="en-US" sz="2100" kern="1200" dirty="0"/>
        </a:p>
      </dsp:txBody>
      <dsp:txXfrm>
        <a:off x="5377765" y="444524"/>
        <a:ext cx="1844609" cy="1079888"/>
      </dsp:txXfrm>
    </dsp:sp>
    <dsp:sp modelId="{C3ECE578-A94B-4D19-86CA-8D0590067414}">
      <dsp:nvSpPr>
        <dsp:cNvPr id="0" name=""/>
        <dsp:cNvSpPr/>
      </dsp:nvSpPr>
      <dsp:spPr>
        <a:xfrm>
          <a:off x="7447152" y="747405"/>
          <a:ext cx="405302" cy="474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shade val="90000"/>
            <a:hueOff val="415426"/>
            <a:satOff val="-8871"/>
            <a:lumOff val="331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7447152" y="842230"/>
        <a:ext cx="283711" cy="284477"/>
      </dsp:txXfrm>
    </dsp:sp>
    <dsp:sp modelId="{22AA2148-CB9D-49D9-B75C-307A62C89408}">
      <dsp:nvSpPr>
        <dsp:cNvPr id="0" name=""/>
        <dsp:cNvSpPr/>
      </dsp:nvSpPr>
      <dsp:spPr>
        <a:xfrm>
          <a:off x="8020693" y="410927"/>
          <a:ext cx="1911803" cy="1147082"/>
        </a:xfrm>
        <a:prstGeom prst="roundRect">
          <a:avLst>
            <a:gd name="adj" fmla="val 10000"/>
          </a:avLst>
        </a:prstGeom>
        <a:solidFill>
          <a:schemeClr val="accent5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2100" kern="1200" dirty="0" smtClean="0">
              <a:solidFill>
                <a:schemeClr val="bg1"/>
              </a:solidFill>
            </a:rPr>
            <a:t>N</a:t>
          </a:r>
          <a:r>
            <a:rPr lang="en-US" sz="2100" kern="1200" dirty="0" err="1" smtClean="0">
              <a:solidFill>
                <a:schemeClr val="bg1"/>
              </a:solidFill>
            </a:rPr>
            <a:t>ezadovoljni</a:t>
          </a:r>
          <a:r>
            <a:rPr lang="en-US" sz="2100" kern="1200" dirty="0" smtClean="0">
              <a:solidFill>
                <a:schemeClr val="bg1"/>
              </a:solidFill>
            </a:rPr>
            <a:t> </a:t>
          </a:r>
          <a:r>
            <a:rPr lang="en-US" sz="2100" kern="1200" dirty="0" err="1" smtClean="0">
              <a:solidFill>
                <a:schemeClr val="bg1"/>
              </a:solidFill>
            </a:rPr>
            <a:t>vozači</a:t>
          </a:r>
          <a:endParaRPr lang="en-US" sz="2100" kern="1200" dirty="0"/>
        </a:p>
      </dsp:txBody>
      <dsp:txXfrm>
        <a:off x="8054290" y="444524"/>
        <a:ext cx="1844609" cy="10798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4B3587-27F3-4AED-AFA2-8EDB5DC0BFC0}">
      <dsp:nvSpPr>
        <dsp:cNvPr id="0" name=""/>
        <dsp:cNvSpPr/>
      </dsp:nvSpPr>
      <dsp:spPr>
        <a:xfrm>
          <a:off x="0" y="600102"/>
          <a:ext cx="8100039" cy="64800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12420" rIns="63082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err="1" smtClean="0">
              <a:solidFill>
                <a:schemeClr val="tx1"/>
              </a:solidFill>
            </a:rPr>
            <a:t>Genetski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r>
            <a:rPr lang="en-US" sz="2000" b="1" kern="1200" dirty="0" err="1" smtClean="0">
              <a:solidFill>
                <a:schemeClr val="tx1"/>
              </a:solidFill>
            </a:rPr>
            <a:t>algoritmi</a:t>
          </a:r>
          <a:r>
            <a:rPr lang="en-US" sz="2000" b="1" kern="1200" dirty="0" smtClean="0">
              <a:solidFill>
                <a:schemeClr val="tx1"/>
              </a:solidFill>
            </a:rPr>
            <a:t>, </a:t>
          </a:r>
          <a:r>
            <a:rPr lang="en-US" sz="2000" b="1" kern="1200" dirty="0" err="1" smtClean="0">
              <a:solidFill>
                <a:schemeClr val="tx1"/>
              </a:solidFill>
            </a:rPr>
            <a:t>troškovi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r>
            <a:rPr lang="en-US" sz="2000" b="1" kern="1200" dirty="0" err="1" smtClean="0">
              <a:solidFill>
                <a:schemeClr val="tx1"/>
              </a:solidFill>
            </a:rPr>
            <a:t>izgradnje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endParaRPr lang="en-US" sz="2000" b="1" kern="1200" dirty="0">
            <a:solidFill>
              <a:schemeClr val="tx1"/>
            </a:solidFill>
          </a:endParaRPr>
        </a:p>
      </dsp:txBody>
      <dsp:txXfrm>
        <a:off x="0" y="600102"/>
        <a:ext cx="8100039" cy="648005"/>
      </dsp:txXfrm>
    </dsp:sp>
    <dsp:sp modelId="{E30A60F4-AB3B-451D-8027-10E3170B8CDD}">
      <dsp:nvSpPr>
        <dsp:cNvPr id="0" name=""/>
        <dsp:cNvSpPr/>
      </dsp:nvSpPr>
      <dsp:spPr>
        <a:xfrm>
          <a:off x="425269" y="300612"/>
          <a:ext cx="5399999" cy="611994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solidFill>
                <a:schemeClr val="bg1"/>
              </a:solidFill>
            </a:rPr>
            <a:t>Minimiziranje</a:t>
          </a:r>
          <a:r>
            <a:rPr lang="en-US" sz="2000" kern="1200" dirty="0" smtClean="0">
              <a:solidFill>
                <a:schemeClr val="bg1"/>
              </a:solidFill>
            </a:rPr>
            <a:t> </a:t>
          </a:r>
          <a:r>
            <a:rPr lang="en-US" sz="2000" kern="1200" dirty="0" err="1" smtClean="0">
              <a:solidFill>
                <a:schemeClr val="bg1"/>
              </a:solidFill>
            </a:rPr>
            <a:t>troškova</a:t>
          </a:r>
          <a:r>
            <a:rPr lang="en-US" sz="2000" kern="1200" dirty="0" smtClean="0">
              <a:solidFill>
                <a:schemeClr val="bg1"/>
              </a:solidFill>
            </a:rPr>
            <a:t> (Zhou et al. 2022)</a:t>
          </a:r>
          <a:endParaRPr lang="en-US" sz="2000" kern="1200" dirty="0"/>
        </a:p>
      </dsp:txBody>
      <dsp:txXfrm>
        <a:off x="455144" y="330487"/>
        <a:ext cx="5340249" cy="552244"/>
      </dsp:txXfrm>
    </dsp:sp>
    <dsp:sp modelId="{76319E6D-0471-4FD5-8274-91CFF2EAD8A8}">
      <dsp:nvSpPr>
        <dsp:cNvPr id="0" name=""/>
        <dsp:cNvSpPr/>
      </dsp:nvSpPr>
      <dsp:spPr>
        <a:xfrm>
          <a:off x="8534" y="1782130"/>
          <a:ext cx="8100039" cy="64800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12420" rIns="63082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err="1" smtClean="0">
              <a:solidFill>
                <a:schemeClr val="tx1"/>
              </a:solidFill>
            </a:rPr>
            <a:t>Fluktuirajuća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r>
            <a:rPr lang="en-US" sz="2000" b="1" kern="1200" dirty="0" err="1" smtClean="0">
              <a:solidFill>
                <a:schemeClr val="tx1"/>
              </a:solidFill>
            </a:rPr>
            <a:t>potražnja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r>
            <a:rPr lang="en-US" sz="2000" b="1" kern="1200" dirty="0" err="1" smtClean="0">
              <a:solidFill>
                <a:schemeClr val="tx1"/>
              </a:solidFill>
            </a:rPr>
            <a:t>za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r>
            <a:rPr lang="en-US" sz="2000" b="1" kern="1200" dirty="0" err="1" smtClean="0">
              <a:solidFill>
                <a:schemeClr val="tx1"/>
              </a:solidFill>
            </a:rPr>
            <a:t>snagom</a:t>
          </a:r>
          <a:endParaRPr lang="en-US" sz="2000" b="1" kern="1200" dirty="0">
            <a:solidFill>
              <a:schemeClr val="tx1"/>
            </a:solidFill>
          </a:endParaRPr>
        </a:p>
      </dsp:txBody>
      <dsp:txXfrm>
        <a:off x="8534" y="1782130"/>
        <a:ext cx="8100039" cy="648005"/>
      </dsp:txXfrm>
    </dsp:sp>
    <dsp:sp modelId="{9EFBD33A-8FF6-4DA9-981D-EC8BFDC9C967}">
      <dsp:nvSpPr>
        <dsp:cNvPr id="0" name=""/>
        <dsp:cNvSpPr/>
      </dsp:nvSpPr>
      <dsp:spPr>
        <a:xfrm>
          <a:off x="455623" y="1468787"/>
          <a:ext cx="5399999" cy="611994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solidFill>
                <a:schemeClr val="bg1"/>
              </a:solidFill>
            </a:rPr>
            <a:t>Stabilnost</a:t>
          </a:r>
          <a:r>
            <a:rPr lang="en-US" sz="2000" kern="1200" dirty="0" smtClean="0">
              <a:solidFill>
                <a:schemeClr val="bg1"/>
              </a:solidFill>
            </a:rPr>
            <a:t> </a:t>
          </a:r>
          <a:r>
            <a:rPr lang="en-US" sz="2000" kern="1200" dirty="0" err="1" smtClean="0">
              <a:solidFill>
                <a:schemeClr val="bg1"/>
              </a:solidFill>
            </a:rPr>
            <a:t>električne</a:t>
          </a:r>
          <a:r>
            <a:rPr lang="en-US" sz="2000" kern="1200" dirty="0" smtClean="0">
              <a:solidFill>
                <a:schemeClr val="bg1"/>
              </a:solidFill>
            </a:rPr>
            <a:t> </a:t>
          </a:r>
          <a:r>
            <a:rPr lang="en-US" sz="2000" kern="1200" dirty="0" err="1" smtClean="0">
              <a:solidFill>
                <a:schemeClr val="bg1"/>
              </a:solidFill>
            </a:rPr>
            <a:t>mreže</a:t>
          </a:r>
          <a:r>
            <a:rPr lang="en-US" sz="2000" kern="1200" dirty="0" smtClean="0">
              <a:solidFill>
                <a:schemeClr val="bg1"/>
              </a:solidFill>
            </a:rPr>
            <a:t> (Lund et al. 2012)</a:t>
          </a:r>
          <a:endParaRPr lang="en-US" sz="2000" kern="1200" dirty="0"/>
        </a:p>
      </dsp:txBody>
      <dsp:txXfrm>
        <a:off x="485498" y="1498662"/>
        <a:ext cx="5340249" cy="552244"/>
      </dsp:txXfrm>
    </dsp:sp>
    <dsp:sp modelId="{BC3409F6-35A4-4FBF-B20B-241AA1BF8E73}">
      <dsp:nvSpPr>
        <dsp:cNvPr id="0" name=""/>
        <dsp:cNvSpPr/>
      </dsp:nvSpPr>
      <dsp:spPr>
        <a:xfrm>
          <a:off x="9753" y="2959320"/>
          <a:ext cx="8100039" cy="64800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12420" rIns="63082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err="1" smtClean="0">
              <a:solidFill>
                <a:schemeClr val="tx1"/>
              </a:solidFill>
            </a:rPr>
            <a:t>Integracija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r>
            <a:rPr lang="en-US" sz="2000" b="1" kern="1200" dirty="0" err="1" smtClean="0">
              <a:solidFill>
                <a:schemeClr val="tx1"/>
              </a:solidFill>
            </a:rPr>
            <a:t>solar+wind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r>
            <a:rPr lang="en-US" sz="2000" b="1" kern="1200" dirty="0" err="1" smtClean="0">
              <a:solidFill>
                <a:schemeClr val="tx1"/>
              </a:solidFill>
            </a:rPr>
            <a:t>izvora</a:t>
          </a:r>
          <a:r>
            <a:rPr lang="en-US" sz="2000" b="1" kern="1200" dirty="0" smtClean="0">
              <a:solidFill>
                <a:schemeClr val="tx1"/>
              </a:solidFill>
            </a:rPr>
            <a:t> </a:t>
          </a:r>
          <a:endParaRPr lang="en-US" sz="2000" b="1" kern="1200" dirty="0">
            <a:solidFill>
              <a:schemeClr val="tx1"/>
            </a:solidFill>
          </a:endParaRPr>
        </a:p>
      </dsp:txBody>
      <dsp:txXfrm>
        <a:off x="9753" y="2959320"/>
        <a:ext cx="8100039" cy="648005"/>
      </dsp:txXfrm>
    </dsp:sp>
    <dsp:sp modelId="{DF82A170-EBB3-46D3-9DD4-0FD8E982C18C}">
      <dsp:nvSpPr>
        <dsp:cNvPr id="0" name=""/>
        <dsp:cNvSpPr/>
      </dsp:nvSpPr>
      <dsp:spPr>
        <a:xfrm>
          <a:off x="464767" y="2656422"/>
          <a:ext cx="5399999" cy="611276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>
              <a:solidFill>
                <a:schemeClr val="bg1"/>
              </a:solidFill>
            </a:rPr>
            <a:t>Obnovljiva</a:t>
          </a:r>
          <a:r>
            <a:rPr lang="en-US" sz="2400" kern="1200" dirty="0" smtClean="0">
              <a:solidFill>
                <a:schemeClr val="bg1"/>
              </a:solidFill>
            </a:rPr>
            <a:t> </a:t>
          </a:r>
          <a:r>
            <a:rPr lang="en-US" sz="2400" kern="1200" dirty="0" err="1" smtClean="0">
              <a:solidFill>
                <a:schemeClr val="bg1"/>
              </a:solidFill>
            </a:rPr>
            <a:t>energija</a:t>
          </a:r>
          <a:r>
            <a:rPr lang="en-US" sz="2400" kern="1200" dirty="0" smtClean="0">
              <a:solidFill>
                <a:schemeClr val="bg1"/>
              </a:solidFill>
            </a:rPr>
            <a:t> (Li et al. 2022)</a:t>
          </a:r>
          <a:endParaRPr lang="en-US" sz="2400" kern="1200" dirty="0"/>
        </a:p>
      </dsp:txBody>
      <dsp:txXfrm>
        <a:off x="494607" y="2686262"/>
        <a:ext cx="5340319" cy="5515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E226C-E29B-47F0-A450-1F3F2B54F737}">
      <dsp:nvSpPr>
        <dsp:cNvPr id="0" name=""/>
        <dsp:cNvSpPr/>
      </dsp:nvSpPr>
      <dsp:spPr>
        <a:xfrm>
          <a:off x="3108147" y="459"/>
          <a:ext cx="4662220" cy="1791441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/>
            <a:t>Heuristička optimizacija</a:t>
          </a:r>
          <a:r>
            <a:rPr lang="sr-Latn-ME" sz="2400" kern="1200" smtClean="0"/>
            <a:t> </a:t>
          </a:r>
          <a:r>
            <a:rPr lang="en-US" sz="2400" kern="1200" smtClean="0"/>
            <a:t> (brza, preliminarna)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/>
            <a:t>Inicijalna populacija kandidata </a:t>
          </a:r>
          <a:endParaRPr lang="en-US" sz="2400" kern="1200" dirty="0"/>
        </a:p>
      </dsp:txBody>
      <dsp:txXfrm>
        <a:off x="3108147" y="224389"/>
        <a:ext cx="3990430" cy="1343581"/>
      </dsp:txXfrm>
    </dsp:sp>
    <dsp:sp modelId="{A516DAE6-7458-46F3-9B04-6B638AB6F029}">
      <dsp:nvSpPr>
        <dsp:cNvPr id="0" name=""/>
        <dsp:cNvSpPr/>
      </dsp:nvSpPr>
      <dsp:spPr>
        <a:xfrm>
          <a:off x="0" y="459"/>
          <a:ext cx="3108147" cy="179144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6500" kern="1200" dirty="0" smtClean="0"/>
            <a:t>FAZA 1</a:t>
          </a:r>
          <a:endParaRPr lang="en-US" sz="6500" kern="1200" dirty="0"/>
        </a:p>
      </dsp:txBody>
      <dsp:txXfrm>
        <a:off x="87451" y="87910"/>
        <a:ext cx="2933245" cy="1616539"/>
      </dsp:txXfrm>
    </dsp:sp>
    <dsp:sp modelId="{D93BE33F-F737-4849-A37A-440A5ADABA7D}">
      <dsp:nvSpPr>
        <dsp:cNvPr id="0" name=""/>
        <dsp:cNvSpPr/>
      </dsp:nvSpPr>
      <dsp:spPr>
        <a:xfrm>
          <a:off x="3108147" y="1971045"/>
          <a:ext cx="4662220" cy="1791441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/>
            <a:t>Simulacijska optimizacija</a:t>
          </a:r>
          <a:r>
            <a:rPr lang="sr-Latn-ME" sz="2400" kern="1200" smtClean="0"/>
            <a:t> </a:t>
          </a:r>
          <a:r>
            <a:rPr lang="en-US" sz="2400" kern="1200" smtClean="0"/>
            <a:t>(prilagođeni GA + simulacija) 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smtClean="0"/>
            <a:t>FINALNO RJEŠENJE</a:t>
          </a:r>
          <a:endParaRPr lang="en-US" sz="2400" kern="1200" dirty="0"/>
        </a:p>
      </dsp:txBody>
      <dsp:txXfrm>
        <a:off x="3108147" y="2194975"/>
        <a:ext cx="3990430" cy="1343581"/>
      </dsp:txXfrm>
    </dsp:sp>
    <dsp:sp modelId="{C5992679-F110-4E37-A5DB-7F0661B40B8D}">
      <dsp:nvSpPr>
        <dsp:cNvPr id="0" name=""/>
        <dsp:cNvSpPr/>
      </dsp:nvSpPr>
      <dsp:spPr>
        <a:xfrm>
          <a:off x="0" y="1971045"/>
          <a:ext cx="3108147" cy="1791441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6500" kern="1200" dirty="0" smtClean="0"/>
            <a:t>FAZA 2</a:t>
          </a:r>
          <a:endParaRPr lang="en-US" sz="6500" kern="1200" dirty="0"/>
        </a:p>
      </dsp:txBody>
      <dsp:txXfrm>
        <a:off x="87451" y="2058496"/>
        <a:ext cx="2933245" cy="16165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E14040-C8B5-4D61-ADF2-B0D77F78E5D5}">
      <dsp:nvSpPr>
        <dsp:cNvPr id="0" name=""/>
        <dsp:cNvSpPr/>
      </dsp:nvSpPr>
      <dsp:spPr>
        <a:xfrm rot="5400000">
          <a:off x="437072" y="1087197"/>
          <a:ext cx="1021867" cy="140043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281C3-D684-4F1C-A2E0-F2172EF6E564}">
      <dsp:nvSpPr>
        <dsp:cNvPr id="0" name=""/>
        <dsp:cNvSpPr/>
      </dsp:nvSpPr>
      <dsp:spPr>
        <a:xfrm>
          <a:off x="7093" y="62667"/>
          <a:ext cx="2070776" cy="1204100"/>
        </a:xfrm>
        <a:prstGeom prst="roundRect">
          <a:avLst>
            <a:gd name="adj" fmla="val 166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T</a:t>
          </a:r>
          <a:r>
            <a:rPr lang="sr-Latn-ME" sz="2100" kern="1200" dirty="0" smtClean="0"/>
            <a:t>a</a:t>
          </a:r>
          <a:r>
            <a:rPr lang="en-US" sz="2100" kern="1200" dirty="0" err="1" smtClean="0"/>
            <a:t>čke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na</a:t>
          </a:r>
          <a:r>
            <a:rPr lang="en-US" sz="2100" kern="1200" dirty="0" smtClean="0"/>
            <a:t> put</a:t>
          </a:r>
          <a:r>
            <a:rPr lang="sr-Latn-ME" sz="2100" kern="1200" dirty="0" smtClean="0"/>
            <a:t>evi</a:t>
          </a:r>
          <a:r>
            <a:rPr lang="en-US" sz="2100" kern="1200" dirty="0" smtClean="0"/>
            <a:t>ma</a:t>
          </a:r>
          <a:endParaRPr lang="en-US" sz="2100" kern="1200" dirty="0"/>
        </a:p>
      </dsp:txBody>
      <dsp:txXfrm>
        <a:off x="65883" y="121457"/>
        <a:ext cx="1953196" cy="1086520"/>
      </dsp:txXfrm>
    </dsp:sp>
    <dsp:sp modelId="{4F94AB41-C9B4-41B2-9F03-6B555707722F}">
      <dsp:nvSpPr>
        <dsp:cNvPr id="0" name=""/>
        <dsp:cNvSpPr/>
      </dsp:nvSpPr>
      <dsp:spPr>
        <a:xfrm>
          <a:off x="2095122" y="148748"/>
          <a:ext cx="4469820" cy="973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n-US" sz="1600" b="1" i="1" kern="1200" dirty="0" smtClean="0">
              <a:solidFill>
                <a:schemeClr val="bg1"/>
              </a:solidFill>
            </a:rPr>
            <a:t>ČVOROVI (1.000 </a:t>
          </a:r>
          <a:r>
            <a:rPr lang="en-US" sz="1600" b="1" i="1" kern="1200" dirty="0" err="1" smtClean="0">
              <a:solidFill>
                <a:schemeClr val="bg1"/>
              </a:solidFill>
            </a:rPr>
            <a:t>čvorova</a:t>
          </a:r>
          <a:r>
            <a:rPr lang="en-US" sz="1600" b="1" i="1" kern="1200" dirty="0" smtClean="0">
              <a:solidFill>
                <a:schemeClr val="bg1"/>
              </a:solidFill>
            </a:rPr>
            <a:t> </a:t>
          </a:r>
          <a:r>
            <a:rPr lang="en-US" sz="1600" b="1" i="1" kern="1200" dirty="0" err="1" smtClean="0">
              <a:solidFill>
                <a:schemeClr val="bg1"/>
              </a:solidFill>
            </a:rPr>
            <a:t>za</a:t>
          </a:r>
          <a:r>
            <a:rPr lang="en-US" sz="1600" b="1" i="1" kern="1200" dirty="0" smtClean="0">
              <a:solidFill>
                <a:schemeClr val="bg1"/>
              </a:solidFill>
            </a:rPr>
            <a:t> </a:t>
          </a:r>
          <a:r>
            <a:rPr lang="en-US" sz="1600" b="1" i="1" kern="1200" dirty="0" err="1" smtClean="0">
              <a:solidFill>
                <a:schemeClr val="bg1"/>
              </a:solidFill>
            </a:rPr>
            <a:t>Crnu</a:t>
          </a:r>
          <a:r>
            <a:rPr lang="en-US" sz="1600" b="1" i="1" kern="1200" dirty="0" smtClean="0">
              <a:solidFill>
                <a:schemeClr val="bg1"/>
              </a:solidFill>
            </a:rPr>
            <a:t> </a:t>
          </a:r>
          <a:r>
            <a:rPr lang="en-US" sz="1600" b="1" i="1" kern="1200" dirty="0" err="1" smtClean="0">
              <a:solidFill>
                <a:schemeClr val="bg1"/>
              </a:solidFill>
            </a:rPr>
            <a:t>Goru</a:t>
          </a:r>
          <a:r>
            <a:rPr lang="en-US" sz="1600" b="1" i="1" kern="1200" dirty="0" smtClean="0">
              <a:solidFill>
                <a:schemeClr val="bg1"/>
              </a:solidFill>
            </a:rPr>
            <a:t>)</a:t>
          </a:r>
        </a:p>
        <a:p>
          <a:pPr lvl="1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600" kern="1200" dirty="0"/>
        </a:p>
      </dsp:txBody>
      <dsp:txXfrm>
        <a:off x="2095122" y="148748"/>
        <a:ext cx="4469820" cy="973207"/>
      </dsp:txXfrm>
    </dsp:sp>
    <dsp:sp modelId="{10E89D31-A3F2-47C3-92C8-B922A3DD1EF7}">
      <dsp:nvSpPr>
        <dsp:cNvPr id="0" name=""/>
        <dsp:cNvSpPr/>
      </dsp:nvSpPr>
      <dsp:spPr>
        <a:xfrm rot="5400000">
          <a:off x="2218344" y="2575060"/>
          <a:ext cx="1021867" cy="140043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5">
            <a:tint val="50000"/>
            <a:hueOff val="-7344354"/>
            <a:satOff val="-15375"/>
            <a:lumOff val="105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89000-931E-460C-BDD3-22E3648FC915}">
      <dsp:nvSpPr>
        <dsp:cNvPr id="0" name=""/>
        <dsp:cNvSpPr/>
      </dsp:nvSpPr>
      <dsp:spPr>
        <a:xfrm>
          <a:off x="1758521" y="1550539"/>
          <a:ext cx="2070776" cy="1204100"/>
        </a:xfrm>
        <a:prstGeom prst="roundRect">
          <a:avLst>
            <a:gd name="adj" fmla="val 1667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/>
            <a:t>Stvarna putna rastojanja </a:t>
          </a:r>
          <a:endParaRPr lang="en-US" sz="2100" kern="1200" dirty="0"/>
        </a:p>
      </dsp:txBody>
      <dsp:txXfrm>
        <a:off x="1817311" y="1609329"/>
        <a:ext cx="1953196" cy="1086520"/>
      </dsp:txXfrm>
    </dsp:sp>
    <dsp:sp modelId="{234A28E5-79E2-44E8-83CB-27494A8207B6}">
      <dsp:nvSpPr>
        <dsp:cNvPr id="0" name=""/>
        <dsp:cNvSpPr/>
      </dsp:nvSpPr>
      <dsp:spPr>
        <a:xfrm>
          <a:off x="3827824" y="1673053"/>
          <a:ext cx="3083810" cy="973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n-US" sz="1600" b="1" i="1" kern="1200" dirty="0" smtClean="0">
              <a:solidFill>
                <a:schemeClr val="bg1"/>
              </a:solidFill>
            </a:rPr>
            <a:t>GRANE</a:t>
          </a:r>
          <a:r>
            <a:rPr lang="sr-Latn-ME" sz="1600" b="1" i="1" kern="1200" dirty="0" smtClean="0">
              <a:solidFill>
                <a:schemeClr val="bg1"/>
              </a:solidFill>
            </a:rPr>
            <a:t> </a:t>
          </a:r>
          <a:r>
            <a:rPr lang="en-US" sz="1600" b="1" i="1" kern="1200" dirty="0" smtClean="0">
              <a:solidFill>
                <a:schemeClr val="bg1"/>
              </a:solidFill>
            </a:rPr>
            <a:t>(</a:t>
          </a:r>
          <a:r>
            <a:rPr lang="en-US" sz="1600" b="1" i="1" kern="1200" dirty="0" err="1" smtClean="0">
              <a:solidFill>
                <a:schemeClr val="bg1"/>
              </a:solidFill>
            </a:rPr>
            <a:t>korišteni</a:t>
          </a:r>
          <a:r>
            <a:rPr lang="en-US" sz="1600" b="1" i="1" kern="1200" dirty="0" smtClean="0">
              <a:solidFill>
                <a:schemeClr val="bg1"/>
              </a:solidFill>
            </a:rPr>
            <a:t> OSRM API)</a:t>
          </a:r>
        </a:p>
        <a:p>
          <a:pPr lvl="1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600" kern="1200" dirty="0"/>
        </a:p>
      </dsp:txBody>
      <dsp:txXfrm>
        <a:off x="3827824" y="1673053"/>
        <a:ext cx="3083810" cy="973207"/>
      </dsp:txXfrm>
    </dsp:sp>
    <dsp:sp modelId="{86B85755-645E-4614-9043-C29935C262E7}">
      <dsp:nvSpPr>
        <dsp:cNvPr id="0" name=""/>
        <dsp:cNvSpPr/>
      </dsp:nvSpPr>
      <dsp:spPr>
        <a:xfrm>
          <a:off x="3310180" y="3122167"/>
          <a:ext cx="2109938" cy="1204100"/>
        </a:xfrm>
        <a:prstGeom prst="roundRect">
          <a:avLst>
            <a:gd name="adj" fmla="val 1667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100" kern="1200" dirty="0" err="1" smtClean="0"/>
            <a:t>Ponderisanje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po</a:t>
          </a:r>
          <a:r>
            <a:rPr lang="en-US" sz="2100" kern="1200" dirty="0" smtClean="0"/>
            <a:t>: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 dirty="0"/>
        </a:p>
      </dsp:txBody>
      <dsp:txXfrm>
        <a:off x="3368970" y="3180957"/>
        <a:ext cx="1992358" cy="1086520"/>
      </dsp:txXfrm>
    </dsp:sp>
    <dsp:sp modelId="{B72E61D6-B57E-46CA-BB7C-AE0F3D8CBD81}">
      <dsp:nvSpPr>
        <dsp:cNvPr id="0" name=""/>
        <dsp:cNvSpPr/>
      </dsp:nvSpPr>
      <dsp:spPr>
        <a:xfrm>
          <a:off x="5435571" y="2980170"/>
          <a:ext cx="5080026" cy="1902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sr-Latn-ME" sz="1800" b="1" i="1" kern="1200" dirty="0" smtClean="0">
              <a:solidFill>
                <a:schemeClr val="bg1"/>
              </a:solidFill>
            </a:rPr>
            <a:t> </a:t>
          </a:r>
          <a:r>
            <a:rPr lang="en-US" sz="1800" b="1" i="1" kern="1200" dirty="0" smtClean="0">
              <a:solidFill>
                <a:schemeClr val="bg1"/>
              </a:solidFill>
            </a:rPr>
            <a:t>STANOVNI</a:t>
          </a:r>
          <a:r>
            <a:rPr lang="sr-Latn-ME" sz="1800" b="1" i="1" kern="1200" dirty="0" smtClean="0">
              <a:solidFill>
                <a:schemeClr val="bg1"/>
              </a:solidFill>
            </a:rPr>
            <a:t>Š</a:t>
          </a:r>
          <a:r>
            <a:rPr lang="en-US" sz="1800" b="1" i="1" kern="1200" dirty="0" smtClean="0">
              <a:solidFill>
                <a:schemeClr val="bg1"/>
              </a:solidFill>
            </a:rPr>
            <a:t>TVU (</a:t>
          </a:r>
          <a:r>
            <a:rPr lang="en-US" sz="1800" b="1" i="1" kern="1200" dirty="0" err="1" smtClean="0">
              <a:solidFill>
                <a:schemeClr val="bg1"/>
              </a:solidFill>
            </a:rPr>
            <a:t>gustina</a:t>
          </a:r>
          <a:r>
            <a:rPr lang="en-US" sz="1800" b="1" i="1" kern="1200" dirty="0" smtClean="0">
              <a:solidFill>
                <a:schemeClr val="bg1"/>
              </a:solidFill>
            </a:rPr>
            <a:t> </a:t>
          </a:r>
          <a:r>
            <a:rPr lang="en-US" sz="1800" b="1" i="1" kern="1200" dirty="0" err="1" smtClean="0">
              <a:solidFill>
                <a:schemeClr val="bg1"/>
              </a:solidFill>
            </a:rPr>
            <a:t>naseljenosti</a:t>
          </a:r>
          <a:r>
            <a:rPr lang="en-US" sz="1800" b="1" i="1" kern="1200" dirty="0" smtClean="0">
              <a:solidFill>
                <a:schemeClr val="bg1"/>
              </a:solidFill>
            </a:rPr>
            <a:t>)</a:t>
          </a:r>
          <a:endParaRPr lang="en-US" sz="1800" b="1" i="1" kern="1200" dirty="0">
            <a:solidFill>
              <a:schemeClr val="bg1"/>
            </a:solidFill>
          </a:endParaRPr>
        </a:p>
        <a:p>
          <a:pPr marL="0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i="1" kern="1200" dirty="0" smtClean="0">
              <a:solidFill>
                <a:schemeClr val="bg1"/>
              </a:solidFill>
            </a:rPr>
            <a:t> SAOBRAĆAJU (</a:t>
          </a:r>
          <a:r>
            <a:rPr lang="en-US" sz="1800" b="1" i="1" kern="1200" dirty="0" err="1" smtClean="0">
              <a:solidFill>
                <a:schemeClr val="bg1"/>
              </a:solidFill>
            </a:rPr>
            <a:t>prosječni</a:t>
          </a:r>
          <a:r>
            <a:rPr lang="en-US" sz="1800" b="1" i="1" kern="1200" dirty="0" smtClean="0">
              <a:solidFill>
                <a:schemeClr val="bg1"/>
              </a:solidFill>
            </a:rPr>
            <a:t> </a:t>
          </a:r>
          <a:r>
            <a:rPr lang="en-US" sz="1800" b="1" i="1" kern="1200" dirty="0" err="1" smtClean="0">
              <a:solidFill>
                <a:schemeClr val="bg1"/>
              </a:solidFill>
            </a:rPr>
            <a:t>dnevni</a:t>
          </a:r>
          <a:r>
            <a:rPr lang="en-US" sz="1800" b="1" i="1" kern="1200" dirty="0" smtClean="0">
              <a:solidFill>
                <a:schemeClr val="bg1"/>
              </a:solidFill>
            </a:rPr>
            <a:t> </a:t>
          </a:r>
          <a:r>
            <a:rPr lang="en-US" sz="1800" b="1" i="1" kern="1200" dirty="0" err="1" smtClean="0">
              <a:solidFill>
                <a:schemeClr val="bg1"/>
              </a:solidFill>
            </a:rPr>
            <a:t>broj</a:t>
          </a:r>
          <a:r>
            <a:rPr lang="en-US" sz="1800" b="1" i="1" kern="1200" dirty="0" smtClean="0">
              <a:solidFill>
                <a:schemeClr val="bg1"/>
              </a:solidFill>
            </a:rPr>
            <a:t> </a:t>
          </a:r>
          <a:r>
            <a:rPr lang="en-US" sz="1800" b="1" i="1" kern="1200" dirty="0" err="1" smtClean="0">
              <a:solidFill>
                <a:schemeClr val="bg1"/>
              </a:solidFill>
            </a:rPr>
            <a:t>vozila</a:t>
          </a:r>
          <a:r>
            <a:rPr lang="en-US" sz="1800" b="1" i="1" kern="1200" dirty="0" smtClean="0">
              <a:solidFill>
                <a:schemeClr val="bg1"/>
              </a:solidFill>
            </a:rPr>
            <a:t>)</a:t>
          </a:r>
        </a:p>
        <a:p>
          <a:pPr lvl="1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5435571" y="2980170"/>
        <a:ext cx="5080026" cy="19027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BFE475-D2EA-4A72-ACA6-9AD0C1608D7F}">
      <dsp:nvSpPr>
        <dsp:cNvPr id="0" name=""/>
        <dsp:cNvSpPr/>
      </dsp:nvSpPr>
      <dsp:spPr>
        <a:xfrm>
          <a:off x="1466" y="837649"/>
          <a:ext cx="3963447" cy="466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2294CB-D1EF-429C-9621-43FACF83FA5C}">
      <dsp:nvSpPr>
        <dsp:cNvPr id="0" name=""/>
        <dsp:cNvSpPr/>
      </dsp:nvSpPr>
      <dsp:spPr>
        <a:xfrm>
          <a:off x="0" y="829948"/>
          <a:ext cx="291169" cy="291169"/>
        </a:xfrm>
        <a:prstGeom prst="halfFram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65AEC-4387-438C-A1EB-809C66E92297}">
      <dsp:nvSpPr>
        <dsp:cNvPr id="0" name=""/>
        <dsp:cNvSpPr/>
      </dsp:nvSpPr>
      <dsp:spPr>
        <a:xfrm>
          <a:off x="1466" y="0"/>
          <a:ext cx="3963447" cy="83764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3200" b="1" kern="1200" dirty="0" smtClean="0">
              <a:solidFill>
                <a:schemeClr val="bg1"/>
              </a:solidFill>
            </a:rPr>
            <a:t>Po stanovništvu</a:t>
          </a:r>
          <a:endParaRPr lang="en-US" sz="3200" b="1" kern="1200" dirty="0">
            <a:solidFill>
              <a:schemeClr val="bg1"/>
            </a:solidFill>
          </a:endParaRPr>
        </a:p>
      </dsp:txBody>
      <dsp:txXfrm>
        <a:off x="1466" y="0"/>
        <a:ext cx="3963447" cy="837649"/>
      </dsp:txXfrm>
    </dsp:sp>
    <dsp:sp modelId="{D97E796B-A3B4-4D36-B8BF-00FB90BDFF48}">
      <dsp:nvSpPr>
        <dsp:cNvPr id="0" name=""/>
        <dsp:cNvSpPr/>
      </dsp:nvSpPr>
      <dsp:spPr>
        <a:xfrm>
          <a:off x="1466" y="1691474"/>
          <a:ext cx="291161" cy="2911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F4F74F-0894-4727-95B8-828B4C601679}">
      <dsp:nvSpPr>
        <dsp:cNvPr id="0" name=""/>
        <dsp:cNvSpPr/>
      </dsp:nvSpPr>
      <dsp:spPr>
        <a:xfrm>
          <a:off x="278907" y="1607397"/>
          <a:ext cx="3686005" cy="67869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b="1" kern="1200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Bliže</a:t>
          </a:r>
          <a:r>
            <a:rPr lang="en-US" sz="1800" b="1" kern="1200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 </a:t>
          </a:r>
          <a:r>
            <a:rPr lang="en-US" sz="1800" b="1" kern="1200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naselju</a:t>
          </a:r>
          <a:r>
            <a:rPr lang="en-US" sz="1800" b="1" kern="1200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 → </a:t>
          </a:r>
          <a:r>
            <a:rPr lang="en-US" sz="1800" b="1" kern="1200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veća</a:t>
          </a:r>
          <a:r>
            <a:rPr lang="en-US" sz="1800" b="1" kern="1200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 </a:t>
          </a:r>
          <a:r>
            <a:rPr lang="en-US" sz="1800" b="1" kern="1200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težina</a:t>
          </a:r>
          <a:endParaRPr lang="en-US" sz="1800" b="1" kern="1200" cap="none" spc="50" dirty="0" smtClean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b="1" kern="1200" cap="none" spc="50" dirty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</dsp:txBody>
      <dsp:txXfrm>
        <a:off x="278907" y="1607397"/>
        <a:ext cx="3686005" cy="678699"/>
      </dsp:txXfrm>
    </dsp:sp>
    <dsp:sp modelId="{FC59C314-CBAC-4BB1-973E-A3EA9A702D0D}">
      <dsp:nvSpPr>
        <dsp:cNvPr id="0" name=""/>
        <dsp:cNvSpPr/>
      </dsp:nvSpPr>
      <dsp:spPr>
        <a:xfrm>
          <a:off x="1466" y="2370173"/>
          <a:ext cx="291161" cy="2911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99ED0-877F-4D50-B2F8-BBA723496128}">
      <dsp:nvSpPr>
        <dsp:cNvPr id="0" name=""/>
        <dsp:cNvSpPr/>
      </dsp:nvSpPr>
      <dsp:spPr>
        <a:xfrm>
          <a:off x="278907" y="2295238"/>
          <a:ext cx="3686005" cy="67869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b="1" kern="1200" cap="none" spc="5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Udaljenije → manja težina</a:t>
          </a:r>
        </a:p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b="1" kern="1200" cap="none" spc="50" dirty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</dsp:txBody>
      <dsp:txXfrm>
        <a:off x="278907" y="2295238"/>
        <a:ext cx="3686005" cy="678699"/>
      </dsp:txXfrm>
    </dsp:sp>
    <dsp:sp modelId="{F453F083-5B65-4059-8EAA-9FF6942BD1A2}">
      <dsp:nvSpPr>
        <dsp:cNvPr id="0" name=""/>
        <dsp:cNvSpPr/>
      </dsp:nvSpPr>
      <dsp:spPr>
        <a:xfrm>
          <a:off x="4163086" y="837649"/>
          <a:ext cx="3963447" cy="4662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9B6AEF-A750-4FB4-ADAA-388470BD0929}">
      <dsp:nvSpPr>
        <dsp:cNvPr id="0" name=""/>
        <dsp:cNvSpPr/>
      </dsp:nvSpPr>
      <dsp:spPr>
        <a:xfrm>
          <a:off x="4150769" y="827709"/>
          <a:ext cx="291169" cy="291169"/>
        </a:xfrm>
        <a:prstGeom prst="halfFram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4D6B4D-7755-4B58-A1AD-5A5BF922E0CC}">
      <dsp:nvSpPr>
        <dsp:cNvPr id="0" name=""/>
        <dsp:cNvSpPr/>
      </dsp:nvSpPr>
      <dsp:spPr>
        <a:xfrm>
          <a:off x="4163086" y="0"/>
          <a:ext cx="3963447" cy="83764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r-Latn-ME" sz="3200" b="1" kern="1200" dirty="0" smtClean="0">
              <a:solidFill>
                <a:schemeClr val="bg1"/>
              </a:solidFill>
            </a:rPr>
            <a:t>Po saobraćaju</a:t>
          </a:r>
          <a:endParaRPr lang="en-US" sz="3200" b="1" kern="1200" dirty="0">
            <a:solidFill>
              <a:schemeClr val="bg1"/>
            </a:solidFill>
          </a:endParaRPr>
        </a:p>
      </dsp:txBody>
      <dsp:txXfrm>
        <a:off x="4163086" y="0"/>
        <a:ext cx="3963447" cy="837649"/>
      </dsp:txXfrm>
    </dsp:sp>
    <dsp:sp modelId="{3110B31B-E8FF-4010-A7B7-43D190FB7A35}">
      <dsp:nvSpPr>
        <dsp:cNvPr id="0" name=""/>
        <dsp:cNvSpPr/>
      </dsp:nvSpPr>
      <dsp:spPr>
        <a:xfrm>
          <a:off x="4163086" y="1691474"/>
          <a:ext cx="291161" cy="2911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CA9D89-B224-4C75-A397-0DB9410B0794}">
      <dsp:nvSpPr>
        <dsp:cNvPr id="0" name=""/>
        <dsp:cNvSpPr/>
      </dsp:nvSpPr>
      <dsp:spPr>
        <a:xfrm>
          <a:off x="4440527" y="1497705"/>
          <a:ext cx="3686005" cy="67869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Tivat-Budva</a:t>
          </a:r>
          <a:r>
            <a:rPr lang="en-US" sz="1800" b="1" kern="1200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: 14.572 </a:t>
          </a:r>
          <a:r>
            <a:rPr lang="en-US" sz="1800" b="1" kern="1200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vozila</a:t>
          </a:r>
          <a:r>
            <a:rPr lang="en-US" sz="1800" b="1" kern="1200" cap="none" spc="50" dirty="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/</a:t>
          </a:r>
          <a:r>
            <a:rPr lang="en-US" sz="1800" b="1" kern="1200" cap="none" spc="50" dirty="0" err="1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dan</a:t>
          </a:r>
          <a:endParaRPr lang="en-US" b="1" kern="1200" cap="none" spc="50" dirty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</dsp:txBody>
      <dsp:txXfrm>
        <a:off x="4440527" y="1497705"/>
        <a:ext cx="3686005" cy="678699"/>
      </dsp:txXfrm>
    </dsp:sp>
    <dsp:sp modelId="{996657D2-52A1-4D60-A99E-7E04E8CE3306}">
      <dsp:nvSpPr>
        <dsp:cNvPr id="0" name=""/>
        <dsp:cNvSpPr/>
      </dsp:nvSpPr>
      <dsp:spPr>
        <a:xfrm>
          <a:off x="4163086" y="2370173"/>
          <a:ext cx="291161" cy="2911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BC428-E201-4284-A685-DC8C5ED435BC}">
      <dsp:nvSpPr>
        <dsp:cNvPr id="0" name=""/>
        <dsp:cNvSpPr/>
      </dsp:nvSpPr>
      <dsp:spPr>
        <a:xfrm>
          <a:off x="4440527" y="2295231"/>
          <a:ext cx="3686005" cy="678699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sr-Latn-ME" sz="1800" b="1" kern="1200" cap="none" spc="5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Š</a:t>
          </a:r>
          <a:r>
            <a:rPr lang="en-US" sz="1800" b="1" kern="1200" cap="none" spc="50" smtClean="0">
              <a:ln w="9525" cmpd="sng"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rPr>
            <a:t>avnik-Plužine:  1.006 vozila/dan</a:t>
          </a:r>
        </a:p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b="1" kern="1200" cap="none" spc="50" dirty="0">
            <a:ln w="9525" cmpd="sng">
              <a:prstDash val="solid"/>
            </a:ln>
            <a:solidFill>
              <a:schemeClr val="bg1"/>
            </a:solidFill>
            <a:effectLst>
              <a:glow rad="38100">
                <a:schemeClr val="accent1">
                  <a:alpha val="40000"/>
                </a:schemeClr>
              </a:glow>
            </a:effectLst>
          </a:endParaRPr>
        </a:p>
      </dsp:txBody>
      <dsp:txXfrm>
        <a:off x="4440527" y="2295231"/>
        <a:ext cx="3686005" cy="6786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92272-7F06-4624-83F3-2D7661D8E9FD}">
      <dsp:nvSpPr>
        <dsp:cNvPr id="0" name=""/>
        <dsp:cNvSpPr/>
      </dsp:nvSpPr>
      <dsp:spPr>
        <a:xfrm>
          <a:off x="0" y="270933"/>
          <a:ext cx="4876800" cy="4876800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2BB71-B0EA-4ECB-A8BA-67E8F2E69990}">
      <dsp:nvSpPr>
        <dsp:cNvPr id="0" name=""/>
        <dsp:cNvSpPr/>
      </dsp:nvSpPr>
      <dsp:spPr>
        <a:xfrm>
          <a:off x="2438400" y="270933"/>
          <a:ext cx="5689599" cy="487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700" kern="1200" smtClean="0"/>
            <a:t>Parametri vozila:</a:t>
          </a:r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700" kern="1200" dirty="0"/>
        </a:p>
      </dsp:txBody>
      <dsp:txXfrm>
        <a:off x="2438400" y="270933"/>
        <a:ext cx="2844799" cy="1463043"/>
      </dsp:txXfrm>
    </dsp:sp>
    <dsp:sp modelId="{07686603-DDE5-4BAA-94D4-01326063FFD1}">
      <dsp:nvSpPr>
        <dsp:cNvPr id="0" name=""/>
        <dsp:cNvSpPr/>
      </dsp:nvSpPr>
      <dsp:spPr>
        <a:xfrm>
          <a:off x="853441" y="1733976"/>
          <a:ext cx="3169916" cy="3169916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E66CD-4DA2-4BF3-89C5-9F8E46095FE1}">
      <dsp:nvSpPr>
        <dsp:cNvPr id="0" name=""/>
        <dsp:cNvSpPr/>
      </dsp:nvSpPr>
      <dsp:spPr>
        <a:xfrm>
          <a:off x="2438400" y="1733976"/>
          <a:ext cx="5689599" cy="316991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700" kern="1200" smtClean="0"/>
            <a:t>Proces: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700" kern="1200" dirty="0"/>
        </a:p>
      </dsp:txBody>
      <dsp:txXfrm>
        <a:off x="2438400" y="1733976"/>
        <a:ext cx="2844799" cy="1463038"/>
      </dsp:txXfrm>
    </dsp:sp>
    <dsp:sp modelId="{41981919-D78C-44F2-A88B-9D76B608111E}">
      <dsp:nvSpPr>
        <dsp:cNvPr id="0" name=""/>
        <dsp:cNvSpPr/>
      </dsp:nvSpPr>
      <dsp:spPr>
        <a:xfrm>
          <a:off x="1706880" y="3197014"/>
          <a:ext cx="1463038" cy="1463038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BE568-2A04-4DDF-9EC2-3FD75B9CA27F}">
      <dsp:nvSpPr>
        <dsp:cNvPr id="0" name=""/>
        <dsp:cNvSpPr/>
      </dsp:nvSpPr>
      <dsp:spPr>
        <a:xfrm>
          <a:off x="2438400" y="3116328"/>
          <a:ext cx="5689599" cy="14630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sr-Latn-ME" sz="2700" kern="1200" smtClean="0"/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700" kern="1200" smtClean="0"/>
            <a:t>METRIKE IZLAZA: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700" kern="1200" dirty="0"/>
        </a:p>
      </dsp:txBody>
      <dsp:txXfrm>
        <a:off x="2438400" y="3116328"/>
        <a:ext cx="2844799" cy="1463038"/>
      </dsp:txXfrm>
    </dsp:sp>
    <dsp:sp modelId="{76F5AA3F-757F-44D2-A66E-53C78BA70251}">
      <dsp:nvSpPr>
        <dsp:cNvPr id="0" name=""/>
        <dsp:cNvSpPr/>
      </dsp:nvSpPr>
      <dsp:spPr>
        <a:xfrm>
          <a:off x="5283200" y="270933"/>
          <a:ext cx="2844799" cy="1463043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Kapacitet baterije: 40 kWh</a:t>
          </a:r>
          <a:endParaRPr lang="en-US" sz="1400" kern="1200" dirty="0" smtClean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Domet: 250 km</a:t>
          </a:r>
          <a:endParaRPr lang="en-US" sz="1400" kern="1200" dirty="0" smtClean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Brzina: 60 km/h</a:t>
          </a:r>
          <a:endParaRPr lang="en-US" sz="1400" kern="1200" dirty="0" smtClean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Punjenje do: 80%</a:t>
          </a:r>
          <a:endParaRPr lang="en-US" sz="1400" kern="1200" dirty="0" smtClean="0"/>
        </a:p>
      </dsp:txBody>
      <dsp:txXfrm>
        <a:off x="5283200" y="270933"/>
        <a:ext cx="2844799" cy="1463043"/>
      </dsp:txXfrm>
    </dsp:sp>
    <dsp:sp modelId="{BF0352D1-545E-4352-9DF7-F893E9A17D2B}">
      <dsp:nvSpPr>
        <dsp:cNvPr id="0" name=""/>
        <dsp:cNvSpPr/>
      </dsp:nvSpPr>
      <dsp:spPr>
        <a:xfrm>
          <a:off x="5283200" y="1733976"/>
          <a:ext cx="2844799" cy="1463038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Vozila počinju iz domova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Putuju ka destinacijama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Pali se na 20% → traže EVCS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Odabir stanice (rastojanje + čekanje)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400" kern="1200" dirty="0"/>
        </a:p>
      </dsp:txBody>
      <dsp:txXfrm>
        <a:off x="5283200" y="1733976"/>
        <a:ext cx="2844799" cy="1463038"/>
      </dsp:txXfrm>
    </dsp:sp>
    <dsp:sp modelId="{47C96013-92E5-4CAB-85B0-6B512E7F8A68}">
      <dsp:nvSpPr>
        <dsp:cNvPr id="0" name=""/>
        <dsp:cNvSpPr/>
      </dsp:nvSpPr>
      <dsp:spPr>
        <a:xfrm>
          <a:off x="5283200" y="3197014"/>
          <a:ext cx="2844799" cy="1463038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Prosječno vrijeme čekanja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Maksimalno vrijeme čekanja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smtClean="0"/>
            <a:t>Iskorištenost sistema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err="1" smtClean="0"/>
            <a:t>Broj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vozila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koja</a:t>
          </a:r>
          <a:r>
            <a:rPr lang="en-US" sz="1400" kern="1200" dirty="0" smtClean="0"/>
            <a:t> se </a:t>
          </a:r>
          <a:r>
            <a:rPr lang="en-US" sz="1400" kern="1200" dirty="0" err="1" smtClean="0"/>
            <a:t>nisu</a:t>
          </a:r>
          <a:r>
            <a:rPr lang="en-US" sz="1400" kern="1200" dirty="0" smtClean="0"/>
            <a:t> </a:t>
          </a:r>
          <a:r>
            <a:rPr lang="en-US" sz="1400" kern="1200" dirty="0" err="1" smtClean="0"/>
            <a:t>punila</a:t>
          </a:r>
          <a:endParaRPr lang="en-US" sz="1400" kern="1200" dirty="0"/>
        </a:p>
      </dsp:txBody>
      <dsp:txXfrm>
        <a:off x="5283200" y="3197014"/>
        <a:ext cx="2844799" cy="146303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2BDC6-3184-4EE7-9132-36B0F83F6A1D}">
      <dsp:nvSpPr>
        <dsp:cNvPr id="0" name=""/>
        <dsp:cNvSpPr/>
      </dsp:nvSpPr>
      <dsp:spPr>
        <a:xfrm>
          <a:off x="3774" y="97782"/>
          <a:ext cx="2269554" cy="691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0" tIns="216000" rIns="72000" bIns="8128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kern="1200" dirty="0" smtClean="0">
              <a:latin typeface="Arial Black" panose="020B0A04020102020204" pitchFamily="34" charset="0"/>
            </a:rPr>
            <a:t>F₁ </a:t>
          </a:r>
          <a:r>
            <a:rPr lang="en-US" sz="1400" kern="1200" dirty="0" smtClean="0">
              <a:latin typeface="Arial Black" panose="020B0A04020102020204" pitchFamily="34" charset="0"/>
            </a:rPr>
            <a:t>- ZADOVOLJSTVO VOZAČA</a:t>
          </a:r>
        </a:p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 dirty="0"/>
        </a:p>
      </dsp:txBody>
      <dsp:txXfrm>
        <a:off x="3774" y="97782"/>
        <a:ext cx="2269554" cy="691200"/>
      </dsp:txXfrm>
    </dsp:sp>
    <dsp:sp modelId="{D7CFC4FC-A6D9-455B-943D-0F2B1790C6BF}">
      <dsp:nvSpPr>
        <dsp:cNvPr id="0" name=""/>
        <dsp:cNvSpPr/>
      </dsp:nvSpPr>
      <dsp:spPr>
        <a:xfrm>
          <a:off x="3774" y="788982"/>
          <a:ext cx="2269554" cy="28328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114300" marR="0" lvl="1" indent="0" algn="l" defTabSz="57785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•"/>
            <a:tabLst/>
            <a:defRPr/>
          </a:pPr>
          <a:r>
            <a:rPr lang="en-US" sz="2400" kern="1200" dirty="0" err="1" smtClean="0"/>
            <a:t>Stanice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visokog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kapaciteta</a:t>
          </a:r>
          <a:endParaRPr lang="en-US" sz="2400" kern="1200" dirty="0" smtClean="0"/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n-US" sz="2400" kern="1200" dirty="0" err="1" smtClean="0"/>
            <a:t>Prioritet</a:t>
          </a:r>
          <a:r>
            <a:rPr lang="en-US" sz="2400" kern="1200" dirty="0" smtClean="0"/>
            <a:t> gusto </a:t>
          </a:r>
          <a:r>
            <a:rPr lang="en-US" sz="2400" kern="1200" dirty="0" err="1" smtClean="0"/>
            <a:t>naseljenim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područjima</a:t>
          </a:r>
          <a:endParaRPr lang="en-US" sz="2400" kern="1200" dirty="0" smtClean="0"/>
        </a:p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3774" y="788982"/>
        <a:ext cx="2269554" cy="2832840"/>
      </dsp:txXfrm>
    </dsp:sp>
    <dsp:sp modelId="{BC6FCD97-0D4F-4C57-A0DE-1716C70B1E57}">
      <dsp:nvSpPr>
        <dsp:cNvPr id="0" name=""/>
        <dsp:cNvSpPr/>
      </dsp:nvSpPr>
      <dsp:spPr>
        <a:xfrm>
          <a:off x="2591066" y="97782"/>
          <a:ext cx="2269554" cy="691200"/>
        </a:xfrm>
        <a:prstGeom prst="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216000" rIns="142240" bIns="8128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kern="1200" dirty="0" smtClean="0">
              <a:latin typeface="Arial Black" panose="020B0A04020102020204" pitchFamily="34" charset="0"/>
            </a:rPr>
            <a:t>F₂ </a:t>
          </a:r>
          <a:r>
            <a:rPr lang="en-US" sz="1500" kern="1200" dirty="0" smtClean="0">
              <a:latin typeface="Arial Black" panose="020B0A04020102020204" pitchFamily="34" charset="0"/>
            </a:rPr>
            <a:t>- DOSTUPNOST MREŽE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 dirty="0">
            <a:latin typeface="Arial Black" panose="020B0A04020102020204" pitchFamily="34" charset="0"/>
          </a:endParaRPr>
        </a:p>
      </dsp:txBody>
      <dsp:txXfrm>
        <a:off x="2591066" y="97782"/>
        <a:ext cx="2269554" cy="691200"/>
      </dsp:txXfrm>
    </dsp:sp>
    <dsp:sp modelId="{D7FE6B2A-D91E-40AD-93B5-2B68D7F60A57}">
      <dsp:nvSpPr>
        <dsp:cNvPr id="0" name=""/>
        <dsp:cNvSpPr/>
      </dsp:nvSpPr>
      <dsp:spPr>
        <a:xfrm>
          <a:off x="2591066" y="788982"/>
          <a:ext cx="2269554" cy="2832840"/>
        </a:xfrm>
        <a:prstGeom prst="rect">
          <a:avLst/>
        </a:prstGeom>
        <a:solidFill>
          <a:schemeClr val="accent5">
            <a:tint val="40000"/>
            <a:alpha val="90000"/>
            <a:hueOff val="-2463918"/>
            <a:satOff val="-4272"/>
            <a:lumOff val="-43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463918"/>
              <a:satOff val="-4272"/>
              <a:lumOff val="-4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n-US" sz="2400" kern="1200" dirty="0" err="1" smtClean="0"/>
            <a:t>Troškovi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veze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na</a:t>
          </a:r>
          <a:r>
            <a:rPr lang="en-US" sz="2400" kern="1200" dirty="0" smtClean="0"/>
            <a:t> </a:t>
          </a:r>
          <a:r>
            <a:rPr lang="en-US" sz="2400" kern="1200" dirty="0" err="1" smtClean="0"/>
            <a:t>transformatore</a:t>
          </a:r>
          <a:endParaRPr lang="en-US" sz="2400" kern="1200" dirty="0" smtClean="0"/>
        </a:p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2591066" y="788982"/>
        <a:ext cx="2269554" cy="2832840"/>
      </dsp:txXfrm>
    </dsp:sp>
    <dsp:sp modelId="{9539B5F6-5597-4315-A652-771FA0503EFB}">
      <dsp:nvSpPr>
        <dsp:cNvPr id="0" name=""/>
        <dsp:cNvSpPr/>
      </dsp:nvSpPr>
      <dsp:spPr>
        <a:xfrm>
          <a:off x="5178357" y="97782"/>
          <a:ext cx="2269554" cy="691200"/>
        </a:xfrm>
        <a:prstGeom prst="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216000" rIns="142240" bIns="8128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kern="1200" dirty="0" smtClean="0">
              <a:latin typeface="Arial Black" panose="020B0A04020102020204" pitchFamily="34" charset="0"/>
            </a:rPr>
            <a:t>F₃ </a:t>
          </a:r>
          <a:r>
            <a:rPr lang="en-US" sz="1500" kern="1200" dirty="0" smtClean="0">
              <a:latin typeface="Arial Black" panose="020B0A04020102020204" pitchFamily="34" charset="0"/>
            </a:rPr>
            <a:t>- CIJENA IZGRADNJE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 dirty="0">
            <a:latin typeface="Arial Black" panose="020B0A04020102020204" pitchFamily="34" charset="0"/>
          </a:endParaRPr>
        </a:p>
      </dsp:txBody>
      <dsp:txXfrm>
        <a:off x="5178357" y="97782"/>
        <a:ext cx="2269554" cy="691200"/>
      </dsp:txXfrm>
    </dsp:sp>
    <dsp:sp modelId="{1751D575-C475-4BB7-8B67-F0FD9703271A}">
      <dsp:nvSpPr>
        <dsp:cNvPr id="0" name=""/>
        <dsp:cNvSpPr/>
      </dsp:nvSpPr>
      <dsp:spPr>
        <a:xfrm>
          <a:off x="5178357" y="788982"/>
          <a:ext cx="2269554" cy="2832840"/>
        </a:xfrm>
        <a:prstGeom prst="rect">
          <a:avLst/>
        </a:prstGeom>
        <a:solidFill>
          <a:schemeClr val="accent5">
            <a:tint val="40000"/>
            <a:alpha val="90000"/>
            <a:hueOff val="-4927837"/>
            <a:satOff val="-8544"/>
            <a:lumOff val="-85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927837"/>
              <a:satOff val="-8544"/>
              <a:lumOff val="-8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n-US" sz="2400" kern="1200" smtClean="0"/>
            <a:t>Troškovi infrastrukture</a:t>
          </a:r>
        </a:p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5178357" y="788982"/>
        <a:ext cx="2269554" cy="2832840"/>
      </dsp:txXfrm>
    </dsp:sp>
    <dsp:sp modelId="{EBC6934F-B41F-46B4-A5EF-FEAB75FFA21D}">
      <dsp:nvSpPr>
        <dsp:cNvPr id="0" name=""/>
        <dsp:cNvSpPr/>
      </dsp:nvSpPr>
      <dsp:spPr>
        <a:xfrm>
          <a:off x="7765649" y="97782"/>
          <a:ext cx="2269554" cy="691200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216000" rIns="36000" bIns="8128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kern="1200" dirty="0" smtClean="0">
              <a:latin typeface="Arial Black" panose="020B0A04020102020204" pitchFamily="34" charset="0"/>
            </a:rPr>
            <a:t>F₄ </a:t>
          </a:r>
          <a:r>
            <a:rPr lang="en-US" sz="1500" kern="1200" dirty="0" smtClean="0">
              <a:latin typeface="Arial Black" panose="020B0A04020102020204" pitchFamily="34" charset="0"/>
            </a:rPr>
            <a:t>- OPTEREĆENJE SAOBRAĆAJA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 dirty="0">
            <a:latin typeface="Arial Black" panose="020B0A04020102020204" pitchFamily="34" charset="0"/>
          </a:endParaRPr>
        </a:p>
      </dsp:txBody>
      <dsp:txXfrm>
        <a:off x="7765649" y="97782"/>
        <a:ext cx="2269554" cy="691200"/>
      </dsp:txXfrm>
    </dsp:sp>
    <dsp:sp modelId="{4828D0A6-9B41-4172-8A27-AD118DF12A45}">
      <dsp:nvSpPr>
        <dsp:cNvPr id="0" name=""/>
        <dsp:cNvSpPr/>
      </dsp:nvSpPr>
      <dsp:spPr>
        <a:xfrm>
          <a:off x="7765649" y="788982"/>
          <a:ext cx="2269554" cy="2832840"/>
        </a:xfrm>
        <a:prstGeom prst="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n-US" sz="2400" kern="1200" smtClean="0"/>
            <a:t>Više stanica na rutama sa više vozila</a:t>
          </a:r>
        </a:p>
        <a:p>
          <a:pPr marL="114300" lvl="1" indent="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7765649" y="788982"/>
        <a:ext cx="2269554" cy="28328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35E4E-7F9F-4A87-AD52-7943C1C84D7D}">
      <dsp:nvSpPr>
        <dsp:cNvPr id="0" name=""/>
        <dsp:cNvSpPr/>
      </dsp:nvSpPr>
      <dsp:spPr>
        <a:xfrm>
          <a:off x="344554" y="0"/>
          <a:ext cx="4461936" cy="4461936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9169D-A849-4867-873E-74254541D7BB}">
      <dsp:nvSpPr>
        <dsp:cNvPr id="0" name=""/>
        <dsp:cNvSpPr/>
      </dsp:nvSpPr>
      <dsp:spPr>
        <a:xfrm>
          <a:off x="2575522" y="446629"/>
          <a:ext cx="2900258" cy="6344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300" kern="1200" dirty="0" smtClean="0"/>
            <a:t>Podgorica     - </a:t>
          </a:r>
          <a:r>
            <a:rPr lang="en-US" sz="2300" b="0" kern="1200" dirty="0" smtClean="0"/>
            <a:t>179</a:t>
          </a:r>
          <a:r>
            <a:rPr lang="sr-Latn-ME" sz="2300" b="0" kern="1200" dirty="0" smtClean="0"/>
            <a:t>.</a:t>
          </a:r>
          <a:r>
            <a:rPr lang="en-US" sz="2300" b="0" kern="1200" dirty="0" smtClean="0"/>
            <a:t>505</a:t>
          </a:r>
          <a:endParaRPr lang="en-US" sz="2300" kern="1200" dirty="0" smtClean="0"/>
        </a:p>
      </dsp:txBody>
      <dsp:txXfrm>
        <a:off x="2606492" y="477599"/>
        <a:ext cx="2838318" cy="572491"/>
      </dsp:txXfrm>
    </dsp:sp>
    <dsp:sp modelId="{EDACD26F-DA19-42EF-95DF-F9C9B9B912D0}">
      <dsp:nvSpPr>
        <dsp:cNvPr id="0" name=""/>
        <dsp:cNvSpPr/>
      </dsp:nvSpPr>
      <dsp:spPr>
        <a:xfrm>
          <a:off x="2575522" y="1160364"/>
          <a:ext cx="2900258" cy="6344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300" kern="1200" dirty="0" err="1" smtClean="0"/>
            <a:t>Nikšić</a:t>
          </a:r>
          <a:r>
            <a:rPr lang="en-US" sz="2300" kern="1200" dirty="0" smtClean="0"/>
            <a:t>    </a:t>
          </a:r>
          <a:r>
            <a:rPr lang="sr-Latn-ME" sz="2300" kern="1200" dirty="0" smtClean="0"/>
            <a:t> </a:t>
          </a:r>
          <a:r>
            <a:rPr lang="en-US" sz="2300" kern="1200" dirty="0" smtClean="0"/>
            <a:t>    </a:t>
          </a:r>
          <a:r>
            <a:rPr lang="en-US" sz="2300" kern="1200" dirty="0" smtClean="0"/>
            <a:t>- </a:t>
          </a:r>
          <a:r>
            <a:rPr lang="en-US" sz="2300" b="0" kern="1200" dirty="0" smtClean="0"/>
            <a:t>65</a:t>
          </a:r>
          <a:r>
            <a:rPr lang="sr-Latn-ME" sz="2300" b="0" kern="1200" dirty="0" smtClean="0"/>
            <a:t>.</a:t>
          </a:r>
          <a:r>
            <a:rPr lang="en-US" sz="2300" b="0" kern="1200" dirty="0" smtClean="0"/>
            <a:t>705</a:t>
          </a:r>
          <a:endParaRPr lang="en-US" sz="2300" kern="1200" dirty="0" smtClean="0"/>
        </a:p>
      </dsp:txBody>
      <dsp:txXfrm>
        <a:off x="2606492" y="1191334"/>
        <a:ext cx="2838318" cy="572491"/>
      </dsp:txXfrm>
    </dsp:sp>
    <dsp:sp modelId="{1E61ECB2-3E46-42D0-8FE7-337A4FABC57A}">
      <dsp:nvSpPr>
        <dsp:cNvPr id="0" name=""/>
        <dsp:cNvSpPr/>
      </dsp:nvSpPr>
      <dsp:spPr>
        <a:xfrm>
          <a:off x="2575522" y="1874100"/>
          <a:ext cx="2900258" cy="6344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300" kern="1200" dirty="0" smtClean="0"/>
            <a:t>Bar   </a:t>
          </a:r>
          <a:r>
            <a:rPr lang="sr-Latn-ME" sz="2300" kern="1200" dirty="0" smtClean="0"/>
            <a:t>  </a:t>
          </a:r>
          <a:r>
            <a:rPr lang="en-US" sz="2300" kern="1200" dirty="0" smtClean="0"/>
            <a:t>     </a:t>
          </a:r>
          <a:r>
            <a:rPr lang="sr-Latn-ME" sz="2300" kern="1200" dirty="0" smtClean="0"/>
            <a:t>  </a:t>
          </a:r>
          <a:r>
            <a:rPr lang="en-US" sz="2300" kern="1200" dirty="0" smtClean="0"/>
            <a:t> - </a:t>
          </a:r>
          <a:r>
            <a:rPr lang="en-US" sz="2300" b="0" kern="1200" dirty="0" smtClean="0"/>
            <a:t>45</a:t>
          </a:r>
          <a:r>
            <a:rPr lang="sr-Latn-ME" sz="2300" b="0" kern="1200" dirty="0" smtClean="0"/>
            <a:t>.</a:t>
          </a:r>
          <a:r>
            <a:rPr lang="en-US" sz="2300" b="0" kern="1200" dirty="0" smtClean="0"/>
            <a:t>812</a:t>
          </a:r>
          <a:endParaRPr lang="en-US" sz="2300" kern="1200" dirty="0" smtClean="0"/>
        </a:p>
      </dsp:txBody>
      <dsp:txXfrm>
        <a:off x="2606492" y="1905070"/>
        <a:ext cx="2838318" cy="572491"/>
      </dsp:txXfrm>
    </dsp:sp>
    <dsp:sp modelId="{23CAEE0D-6DB7-4346-A0E8-DCC7A80632FB}">
      <dsp:nvSpPr>
        <dsp:cNvPr id="0" name=""/>
        <dsp:cNvSpPr/>
      </dsp:nvSpPr>
      <dsp:spPr>
        <a:xfrm>
          <a:off x="2575522" y="2587835"/>
          <a:ext cx="2900258" cy="6344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300" kern="1200" dirty="0" err="1" smtClean="0"/>
            <a:t>Bijelo</a:t>
          </a:r>
          <a:r>
            <a:rPr lang="en-US" sz="2300" kern="1200" dirty="0" smtClean="0"/>
            <a:t> </a:t>
          </a:r>
          <a:r>
            <a:rPr lang="en-US" sz="2300" kern="1200" dirty="0" err="1" smtClean="0"/>
            <a:t>Polje</a:t>
          </a:r>
          <a:r>
            <a:rPr lang="en-US" sz="2300" kern="1200" dirty="0" smtClean="0"/>
            <a:t>  - </a:t>
          </a:r>
          <a:r>
            <a:rPr lang="en-US" sz="2300" b="0" kern="1200" dirty="0" smtClean="0"/>
            <a:t>38</a:t>
          </a:r>
          <a:r>
            <a:rPr lang="sr-Latn-ME" sz="2300" b="0" kern="1200" dirty="0" smtClean="0"/>
            <a:t>.</a:t>
          </a:r>
          <a:r>
            <a:rPr lang="en-US" sz="2300" b="0" kern="1200" dirty="0" smtClean="0"/>
            <a:t>662</a:t>
          </a:r>
          <a:endParaRPr lang="en-US" sz="2300" kern="1200" dirty="0" smtClean="0"/>
        </a:p>
      </dsp:txBody>
      <dsp:txXfrm>
        <a:off x="2606492" y="2618805"/>
        <a:ext cx="2838318" cy="572491"/>
      </dsp:txXfrm>
    </dsp:sp>
    <dsp:sp modelId="{D0C3CF52-1259-4673-891B-001FAC2F8E4D}">
      <dsp:nvSpPr>
        <dsp:cNvPr id="0" name=""/>
        <dsp:cNvSpPr/>
      </dsp:nvSpPr>
      <dsp:spPr>
        <a:xfrm>
          <a:off x="2575522" y="3301571"/>
          <a:ext cx="2900258" cy="6344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sr-Latn-ME" sz="2300" kern="1200" dirty="0" smtClean="0"/>
            <a:t>Herceg Novi</a:t>
          </a:r>
          <a:r>
            <a:rPr lang="en-US" sz="2300" kern="1200" dirty="0" smtClean="0"/>
            <a:t>  </a:t>
          </a:r>
          <a:r>
            <a:rPr lang="en-US" sz="2300" kern="1200" dirty="0" smtClean="0"/>
            <a:t>- </a:t>
          </a:r>
          <a:r>
            <a:rPr lang="en-US" sz="2300" b="0" kern="1200" dirty="0" smtClean="0"/>
            <a:t>30</a:t>
          </a:r>
          <a:r>
            <a:rPr lang="sr-Latn-ME" sz="2300" b="0" kern="1200" dirty="0" smtClean="0"/>
            <a:t>.</a:t>
          </a:r>
          <a:r>
            <a:rPr lang="en-US" sz="2300" b="0" kern="1200" dirty="0" smtClean="0"/>
            <a:t>824</a:t>
          </a:r>
          <a:endParaRPr lang="en-US" sz="2300" kern="1200" dirty="0" smtClean="0"/>
        </a:p>
      </dsp:txBody>
      <dsp:txXfrm>
        <a:off x="2606492" y="3332541"/>
        <a:ext cx="2838318" cy="57249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F805A-AE55-4945-B10A-224A1C25A059}">
      <dsp:nvSpPr>
        <dsp:cNvPr id="0" name=""/>
        <dsp:cNvSpPr/>
      </dsp:nvSpPr>
      <dsp:spPr>
        <a:xfrm>
          <a:off x="371821" y="0"/>
          <a:ext cx="4461936" cy="4461936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23742C-9B3D-4893-8F6E-B14451EC8F53}">
      <dsp:nvSpPr>
        <dsp:cNvPr id="0" name=""/>
        <dsp:cNvSpPr/>
      </dsp:nvSpPr>
      <dsp:spPr>
        <a:xfrm>
          <a:off x="2602789" y="448590"/>
          <a:ext cx="2900258" cy="105622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Tivat-Budva  - 14.572 vozila/dan</a:t>
          </a:r>
          <a:endParaRPr lang="en-US" sz="1800" kern="1200" dirty="0"/>
        </a:p>
      </dsp:txBody>
      <dsp:txXfrm>
        <a:off x="2654350" y="500151"/>
        <a:ext cx="2797136" cy="953101"/>
      </dsp:txXfrm>
    </dsp:sp>
    <dsp:sp modelId="{F5E4262E-CE03-4211-9EB8-AE12BC13D650}">
      <dsp:nvSpPr>
        <dsp:cNvPr id="0" name=""/>
        <dsp:cNvSpPr/>
      </dsp:nvSpPr>
      <dsp:spPr>
        <a:xfrm>
          <a:off x="2602789" y="1636842"/>
          <a:ext cx="2900258" cy="105622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kern="1200" smtClean="0"/>
            <a:t>Kotor-Tivat - 11.615 vozila/dan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2654350" y="1688403"/>
        <a:ext cx="2797136" cy="953101"/>
      </dsp:txXfrm>
    </dsp:sp>
    <dsp:sp modelId="{2FC26170-93E5-4E77-9B81-50ED3EE70216}">
      <dsp:nvSpPr>
        <dsp:cNvPr id="0" name=""/>
        <dsp:cNvSpPr/>
      </dsp:nvSpPr>
      <dsp:spPr>
        <a:xfrm>
          <a:off x="2602789" y="2825093"/>
          <a:ext cx="2900258" cy="105622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kern="1200" smtClean="0"/>
            <a:t>Podgorica-Tuzi - 10.915 vozila/dan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/>
        </a:p>
      </dsp:txBody>
      <dsp:txXfrm>
        <a:off x="2654350" y="2876654"/>
        <a:ext cx="2797136" cy="95310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11AA5-615C-4C2E-A1F1-2A5E618B24F5}">
      <dsp:nvSpPr>
        <dsp:cNvPr id="0" name=""/>
        <dsp:cNvSpPr/>
      </dsp:nvSpPr>
      <dsp:spPr>
        <a:xfrm>
          <a:off x="2348" y="773555"/>
          <a:ext cx="3221593" cy="10371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0" tIns="24003" rIns="0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>
              <a:solidFill>
                <a:schemeClr val="tx1"/>
              </a:solidFill>
            </a:rPr>
            <a:t>Hibridne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stanice</a:t>
          </a:r>
          <a:r>
            <a:rPr lang="en-US" sz="1800" kern="1200" dirty="0" smtClean="0">
              <a:solidFill>
                <a:schemeClr val="tx1"/>
              </a:solidFill>
            </a:rPr>
            <a:t> (</a:t>
          </a:r>
          <a:r>
            <a:rPr lang="en-US" sz="1800" kern="1200" dirty="0" err="1" smtClean="0">
              <a:solidFill>
                <a:schemeClr val="tx1"/>
              </a:solidFill>
            </a:rPr>
            <a:t>solar+vjetroturbina</a:t>
          </a:r>
          <a:r>
            <a:rPr lang="en-US" sz="1800" kern="1200" dirty="0" smtClean="0">
              <a:solidFill>
                <a:schemeClr val="tx1"/>
              </a:solidFill>
            </a:rPr>
            <a:t>)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520902" y="773555"/>
        <a:ext cx="2184486" cy="1037107"/>
      </dsp:txXfrm>
    </dsp:sp>
    <dsp:sp modelId="{5E1EC5EF-6C58-4D49-86A7-5CD4BABD05FC}">
      <dsp:nvSpPr>
        <dsp:cNvPr id="0" name=""/>
        <dsp:cNvSpPr/>
      </dsp:nvSpPr>
      <dsp:spPr>
        <a:xfrm>
          <a:off x="2806050" y="773555"/>
          <a:ext cx="2592769" cy="10371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>
              <a:solidFill>
                <a:schemeClr val="tx1"/>
              </a:solidFill>
            </a:rPr>
            <a:t>Dinamičko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prilagođavanje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tokom</a:t>
          </a:r>
          <a:r>
            <a:rPr lang="en-US" sz="1800" kern="1200" dirty="0" smtClean="0">
              <a:solidFill>
                <a:schemeClr val="tx1"/>
              </a:solidFill>
            </a:rPr>
            <a:t> dana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3324604" y="773555"/>
        <a:ext cx="1555662" cy="1037107"/>
      </dsp:txXfrm>
    </dsp:sp>
    <dsp:sp modelId="{F3AA370C-7208-44C7-969D-E246C5291E7F}">
      <dsp:nvSpPr>
        <dsp:cNvPr id="0" name=""/>
        <dsp:cNvSpPr/>
      </dsp:nvSpPr>
      <dsp:spPr>
        <a:xfrm>
          <a:off x="4991200" y="765413"/>
          <a:ext cx="2933148" cy="10371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err="1" smtClean="0">
              <a:solidFill>
                <a:schemeClr val="tx1"/>
              </a:solidFill>
            </a:rPr>
            <a:t>Integracija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sa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ostalim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evropskim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mrežama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5509754" y="765413"/>
        <a:ext cx="1896041" cy="1037107"/>
      </dsp:txXfrm>
    </dsp:sp>
    <dsp:sp modelId="{9A2CE9E3-1DD2-4DCC-84CB-9B609991B3E6}">
      <dsp:nvSpPr>
        <dsp:cNvPr id="0" name=""/>
        <dsp:cNvSpPr/>
      </dsp:nvSpPr>
      <dsp:spPr>
        <a:xfrm>
          <a:off x="7511994" y="773555"/>
          <a:ext cx="2592769" cy="103710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sz="1800" kern="1200" dirty="0" smtClean="0">
            <a:solidFill>
              <a:schemeClr val="tx1"/>
            </a:solidFill>
          </a:endParaRP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kern="1200" dirty="0" err="1" smtClean="0">
              <a:solidFill>
                <a:schemeClr val="tx1"/>
              </a:solidFill>
            </a:rPr>
            <a:t>Baterije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za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skladištenje</a:t>
          </a:r>
          <a:r>
            <a:rPr lang="en-US" sz="1800" kern="1200" dirty="0" smtClean="0">
              <a:solidFill>
                <a:schemeClr val="tx1"/>
              </a:solidFill>
            </a:rPr>
            <a:t> </a:t>
          </a:r>
          <a:r>
            <a:rPr lang="en-US" sz="1800" kern="1200" dirty="0" err="1" smtClean="0">
              <a:solidFill>
                <a:schemeClr val="tx1"/>
              </a:solidFill>
            </a:rPr>
            <a:t>energije</a:t>
          </a:r>
          <a:endParaRPr lang="en-US" sz="1800" kern="1200" dirty="0" smtClean="0">
            <a:solidFill>
              <a:schemeClr val="tx1"/>
            </a:solidFill>
          </a:endParaRP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>
            <a:solidFill>
              <a:schemeClr val="tx1"/>
            </a:solidFill>
          </a:endParaRPr>
        </a:p>
      </dsp:txBody>
      <dsp:txXfrm>
        <a:off x="8030548" y="773555"/>
        <a:ext cx="1555662" cy="1037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8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4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75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0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7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0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7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7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4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87B03-4773-4BEF-A5CA-1B057E3AC47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5CE46-C39A-455F-9CAD-5ED3D984F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3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7128" y="932689"/>
            <a:ext cx="7671816" cy="1699450"/>
          </a:xfrm>
        </p:spPr>
        <p:txBody>
          <a:bodyPr>
            <a:no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Optimizacija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rasporeda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stanica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za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punjenje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elektri</a:t>
            </a:r>
            <a:r>
              <a:rPr lang="sr-Latn-ME" sz="3600" dirty="0" smtClean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č</a:t>
            </a:r>
            <a:r>
              <a:rPr lang="en-US" sz="3600" dirty="0" err="1" smtClean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nih</a:t>
            </a:r>
            <a:r>
              <a:rPr lang="en-US" sz="3600" dirty="0" smtClean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vozila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za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Crnu</a:t>
            </a: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Century Gothic" panose="020B0502020202020204" pitchFamily="34" charset="0"/>
                <a:cs typeface="Leelawadee UI Semilight" panose="020B0402040204020203" pitchFamily="34" charset="-34"/>
              </a:rPr>
              <a:t>Goru</a:t>
            </a:r>
            <a:endParaRPr lang="en-US" sz="3600" dirty="0">
              <a:solidFill>
                <a:schemeClr val="bg1"/>
              </a:solidFill>
              <a:latin typeface="Century Gothic" panose="020B0502020202020204" pitchFamily="34" charset="0"/>
              <a:cs typeface="Leelawadee UI Semilight" panose="020B0402040204020203" pitchFamily="34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5528" y="6326950"/>
            <a:ext cx="3587496" cy="531050"/>
          </a:xfrm>
          <a:noFill/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stellar" panose="020A0402060406010301" pitchFamily="18" charset="0"/>
              </a:rPr>
              <a:t>Nikola </a:t>
            </a:r>
            <a:r>
              <a:rPr lang="en-US" dirty="0" err="1" smtClean="0">
                <a:solidFill>
                  <a:schemeClr val="bg1"/>
                </a:solidFill>
                <a:latin typeface="Castellar" panose="020A0402060406010301" pitchFamily="18" charset="0"/>
              </a:rPr>
              <a:t>Klimenko</a:t>
            </a:r>
            <a:r>
              <a:rPr lang="en-US" dirty="0" smtClean="0">
                <a:solidFill>
                  <a:schemeClr val="bg1"/>
                </a:solidFill>
                <a:latin typeface="Castellar" panose="020A0402060406010301" pitchFamily="18" charset="0"/>
              </a:rPr>
              <a:t> 1/25</a:t>
            </a:r>
            <a:endParaRPr lang="en-US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8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5528" y="1033272"/>
            <a:ext cx="110550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Glavna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pitanja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: </a:t>
            </a:r>
            <a:endParaRPr lang="en-US" sz="28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•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Kako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smanjiti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CO₂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emisije</a:t>
            </a:r>
            <a:r>
              <a:rPr lang="en-US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?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•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Gdje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trebamo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stanice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za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punjenje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? </a:t>
            </a:r>
            <a:endParaRPr lang="en-US" sz="28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US" sz="280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•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Kako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balansirati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zadovoljstvo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vozača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trošak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dostupnost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? </a:t>
            </a:r>
            <a:endParaRPr lang="en-US" sz="2800" dirty="0" smtClean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86956564"/>
              </p:ext>
            </p:extLst>
          </p:nvPr>
        </p:nvGraphicFramePr>
        <p:xfrm>
          <a:off x="960120" y="4114800"/>
          <a:ext cx="9937496" cy="1968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" y="3895345"/>
            <a:ext cx="38496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chemeClr val="bg1"/>
                </a:solidFill>
                <a:latin typeface="Book Antiqua" panose="02040602050305030304" pitchFamily="18" charset="0"/>
              </a:rPr>
              <a:t>Klju</a:t>
            </a:r>
            <a:r>
              <a:rPr lang="sr-Latn-ME" sz="2400" b="1" dirty="0" smtClean="0">
                <a:solidFill>
                  <a:schemeClr val="bg1"/>
                </a:solidFill>
                <a:latin typeface="Book Antiqua" panose="02040602050305030304" pitchFamily="18" charset="0"/>
              </a:rPr>
              <a:t>č</a:t>
            </a:r>
            <a:r>
              <a:rPr lang="en-US" sz="2400" b="1" dirty="0" err="1" smtClean="0">
                <a:solidFill>
                  <a:schemeClr val="bg1"/>
                </a:solidFill>
                <a:latin typeface="Book Antiqua" panose="02040602050305030304" pitchFamily="18" charset="0"/>
              </a:rPr>
              <a:t>ni</a:t>
            </a:r>
            <a:r>
              <a:rPr lang="en-US" sz="2400" b="1" dirty="0" smtClean="0">
                <a:solidFill>
                  <a:schemeClr val="bg1"/>
                </a:solidFill>
                <a:latin typeface="Book Antiqua" panose="02040602050305030304" pitchFamily="18" charset="0"/>
              </a:rPr>
              <a:t> problem: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722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464" y="5221223"/>
            <a:ext cx="10515600" cy="987553"/>
          </a:xfrm>
          <a:solidFill>
            <a:schemeClr val="accent5">
              <a:lumMod val="5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Problem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Faktori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razmatrani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 ODVOJENO, ne </a:t>
            </a:r>
            <a:r>
              <a:rPr lang="sr-Latn-ME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obu</a:t>
            </a:r>
            <a:r>
              <a:rPr lang="en-US" dirty="0" err="1" smtClean="0">
                <a:solidFill>
                  <a:schemeClr val="bg1"/>
                </a:solidFill>
                <a:latin typeface="Century Gothic" panose="020B0502020202020204" pitchFamily="34" charset="0"/>
              </a:rPr>
              <a:t>hvataju</a:t>
            </a:r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PRAVO PONAŠANJE </a:t>
            </a:r>
            <a:r>
              <a:rPr lang="en-US" dirty="0" err="1">
                <a:solidFill>
                  <a:schemeClr val="bg1"/>
                </a:solidFill>
                <a:latin typeface="Century Gothic" panose="020B0502020202020204" pitchFamily="34" charset="0"/>
              </a:rPr>
              <a:t>vozača</a:t>
            </a: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!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449935317"/>
              </p:ext>
            </p:extLst>
          </p:nvPr>
        </p:nvGraphicFramePr>
        <p:xfrm>
          <a:off x="1654957" y="1050951"/>
          <a:ext cx="8128000" cy="5266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96893" y="466176"/>
            <a:ext cx="6352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Ranija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istraživanja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su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razmatrala</a:t>
            </a:r>
            <a:r>
              <a:rPr lang="en-US" sz="3200" b="1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095243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b="1" dirty="0" smtClean="0">
                <a:solidFill>
                  <a:schemeClr val="bg1"/>
                </a:solidFill>
              </a:rPr>
              <a:t>Nedostaci: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6000"/>
          </a:xfrm>
          <a:solidFill>
            <a:srgbClr val="0C1A38"/>
          </a:solidFill>
        </p:spPr>
        <p:txBody>
          <a:bodyPr lIns="180000" tIns="216000" rIns="0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 smtClean="0">
                <a:solidFill>
                  <a:schemeClr val="bg1"/>
                </a:solidFill>
              </a:rPr>
              <a:t>Nema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modela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koji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hvataju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sz="2600" dirty="0" err="1" smtClean="0">
                <a:solidFill>
                  <a:schemeClr val="bg1"/>
                </a:solidFill>
              </a:rPr>
              <a:t>Prosječno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vrijeme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čekanja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vozača</a:t>
            </a:r>
            <a:endParaRPr lang="en-US" sz="2600" dirty="0" smtClean="0">
              <a:solidFill>
                <a:schemeClr val="bg1"/>
              </a:solidFill>
            </a:endParaRPr>
          </a:p>
          <a:p>
            <a:r>
              <a:rPr lang="en-US" sz="2600" dirty="0" smtClean="0">
                <a:solidFill>
                  <a:schemeClr val="bg1"/>
                </a:solidFill>
              </a:rPr>
              <a:t>  </a:t>
            </a:r>
            <a:r>
              <a:rPr lang="en-US" sz="2600" dirty="0" err="1" smtClean="0">
                <a:solidFill>
                  <a:schemeClr val="bg1"/>
                </a:solidFill>
              </a:rPr>
              <a:t>Maksimalno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vrijeme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čekanja</a:t>
            </a:r>
            <a:endParaRPr lang="en-US" sz="2600" dirty="0" smtClean="0">
              <a:solidFill>
                <a:schemeClr val="bg1"/>
              </a:solidFill>
            </a:endParaRPr>
          </a:p>
          <a:p>
            <a:r>
              <a:rPr lang="en-US" sz="2600" dirty="0" smtClean="0">
                <a:solidFill>
                  <a:schemeClr val="bg1"/>
                </a:solidFill>
              </a:rPr>
              <a:t>  </a:t>
            </a:r>
            <a:r>
              <a:rPr lang="en-US" sz="2600" dirty="0" err="1" smtClean="0">
                <a:solidFill>
                  <a:schemeClr val="bg1"/>
                </a:solidFill>
              </a:rPr>
              <a:t>Iskorištenost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sistema</a:t>
            </a:r>
            <a:endParaRPr lang="en-US" sz="26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sr-Latn-M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chemeClr val="bg1"/>
                </a:solidFill>
              </a:rPr>
              <a:t>Statičke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heurističke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funkcije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nisu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dovoljne</a:t>
            </a:r>
            <a:r>
              <a:rPr lang="sr-Latn-ME" dirty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za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stvarni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saobraćaj</a:t>
            </a:r>
            <a:endParaRPr lang="en-US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sr-Latn-ME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r-Latn-ME" dirty="0" smtClean="0">
                <a:solidFill>
                  <a:schemeClr val="bg1"/>
                </a:solidFill>
              </a:rPr>
              <a:t>Ovaj projekat nudi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</a:t>
            </a:r>
            <a:r>
              <a:rPr lang="en-US" sz="2600" dirty="0" err="1" smtClean="0">
                <a:solidFill>
                  <a:schemeClr val="bg1"/>
                </a:solidFill>
              </a:rPr>
              <a:t>Simulaciju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stvarnog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ponašanja</a:t>
            </a:r>
            <a:endParaRPr lang="en-US" sz="2600" dirty="0" smtClean="0">
              <a:solidFill>
                <a:schemeClr val="bg1"/>
              </a:solidFill>
            </a:endParaRPr>
          </a:p>
          <a:p>
            <a:r>
              <a:rPr lang="en-US" sz="2600" dirty="0" smtClean="0">
                <a:solidFill>
                  <a:schemeClr val="bg1"/>
                </a:solidFill>
              </a:rPr>
              <a:t>  </a:t>
            </a:r>
            <a:r>
              <a:rPr lang="en-US" sz="2600" dirty="0" err="1" smtClean="0">
                <a:solidFill>
                  <a:schemeClr val="bg1"/>
                </a:solidFill>
              </a:rPr>
              <a:t>Dinamičku</a:t>
            </a:r>
            <a:r>
              <a:rPr lang="en-US" sz="2600" dirty="0" smtClean="0">
                <a:solidFill>
                  <a:schemeClr val="bg1"/>
                </a:solidFill>
              </a:rPr>
              <a:t> </a:t>
            </a:r>
            <a:r>
              <a:rPr lang="en-US" sz="2600" dirty="0" err="1" smtClean="0">
                <a:solidFill>
                  <a:schemeClr val="bg1"/>
                </a:solidFill>
              </a:rPr>
              <a:t>optimizaciju</a:t>
            </a:r>
            <a:endParaRPr lang="en-US" sz="2600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150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392" y="621157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DVOSTRUKI OKVIR OPTIMIZACIJE: 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19856802"/>
              </p:ext>
            </p:extLst>
          </p:nvPr>
        </p:nvGraphicFramePr>
        <p:xfrm>
          <a:off x="1821688" y="2167128"/>
          <a:ext cx="7770368" cy="3762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64890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" y="493141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KONSTRUISANJE GRAFA: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9468" y="1572715"/>
            <a:ext cx="4634204" cy="1347343"/>
          </a:xfrm>
          <a:ln>
            <a:solidFill>
              <a:schemeClr val="accent2"/>
            </a:solidFill>
          </a:ln>
        </p:spPr>
        <p:txBody>
          <a:bodyPr>
            <a:normAutofit fontScale="85000" lnSpcReduction="1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>
              <a:buNone/>
            </a:pPr>
            <a:r>
              <a:rPr lang="en-US" b="1" dirty="0" err="1" smtClean="0">
                <a:ln/>
                <a:solidFill>
                  <a:schemeClr val="accent4"/>
                </a:solidFill>
              </a:rPr>
              <a:t>Prednost</a:t>
            </a:r>
            <a:r>
              <a:rPr lang="en-US" b="1" dirty="0" smtClean="0">
                <a:ln/>
                <a:solidFill>
                  <a:schemeClr val="accent4"/>
                </a:solidFill>
              </a:rPr>
              <a:t>: </a:t>
            </a:r>
            <a:endParaRPr lang="sr-Latn-ME" b="1" dirty="0" smtClean="0">
              <a:ln/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b="1" dirty="0" err="1" smtClean="0">
                <a:ln/>
                <a:solidFill>
                  <a:schemeClr val="accent4"/>
                </a:solidFill>
              </a:rPr>
              <a:t>Hvatamo</a:t>
            </a:r>
            <a:r>
              <a:rPr lang="en-US" b="1" dirty="0" smtClean="0">
                <a:ln/>
                <a:solidFill>
                  <a:schemeClr val="accent4"/>
                </a:solidFill>
              </a:rPr>
              <a:t> </a:t>
            </a:r>
            <a:r>
              <a:rPr lang="en-US" b="1" dirty="0" err="1" smtClean="0">
                <a:ln/>
                <a:solidFill>
                  <a:schemeClr val="accent4"/>
                </a:solidFill>
              </a:rPr>
              <a:t>stvarne</a:t>
            </a:r>
            <a:r>
              <a:rPr lang="en-US" b="1" dirty="0" smtClean="0">
                <a:ln/>
                <a:solidFill>
                  <a:schemeClr val="accent4"/>
                </a:solidFill>
              </a:rPr>
              <a:t> </a:t>
            </a:r>
            <a:r>
              <a:rPr lang="en-US" b="1" dirty="0" err="1" smtClean="0">
                <a:ln/>
                <a:solidFill>
                  <a:schemeClr val="accent4"/>
                </a:solidFill>
              </a:rPr>
              <a:t>putne</a:t>
            </a:r>
            <a:r>
              <a:rPr lang="en-US" b="1" dirty="0" smtClean="0">
                <a:ln/>
                <a:solidFill>
                  <a:schemeClr val="accent4"/>
                </a:solidFill>
              </a:rPr>
              <a:t> distance,</a:t>
            </a:r>
          </a:p>
          <a:p>
            <a:pPr marL="0" indent="0">
              <a:buNone/>
            </a:pPr>
            <a:r>
              <a:rPr lang="en-US" b="1" dirty="0" smtClean="0">
                <a:ln/>
                <a:solidFill>
                  <a:schemeClr val="accent4"/>
                </a:solidFill>
              </a:rPr>
              <a:t>ne </a:t>
            </a:r>
            <a:r>
              <a:rPr lang="en-US" b="1" dirty="0" err="1" smtClean="0">
                <a:ln/>
                <a:solidFill>
                  <a:schemeClr val="accent4"/>
                </a:solidFill>
              </a:rPr>
              <a:t>Euklidsku</a:t>
            </a:r>
            <a:r>
              <a:rPr lang="en-US" b="1" dirty="0" smtClean="0">
                <a:ln/>
                <a:solidFill>
                  <a:schemeClr val="accent4"/>
                </a:solidFill>
              </a:rPr>
              <a:t> </a:t>
            </a:r>
            <a:r>
              <a:rPr lang="en-US" b="1" dirty="0" err="1" smtClean="0">
                <a:ln/>
                <a:solidFill>
                  <a:schemeClr val="accent4"/>
                </a:solidFill>
              </a:rPr>
              <a:t>distancu</a:t>
            </a:r>
            <a:r>
              <a:rPr lang="en-US" b="1" dirty="0" smtClean="0">
                <a:ln/>
                <a:solidFill>
                  <a:schemeClr val="accent4"/>
                </a:solidFill>
              </a:rPr>
              <a:t>!</a:t>
            </a:r>
          </a:p>
          <a:p>
            <a:pPr marL="0" indent="0">
              <a:buNone/>
            </a:pPr>
            <a:endParaRPr lang="en-US" b="1" dirty="0">
              <a:ln/>
              <a:solidFill>
                <a:schemeClr val="accent4"/>
              </a:solidFill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780307563"/>
              </p:ext>
            </p:extLst>
          </p:nvPr>
        </p:nvGraphicFramePr>
        <p:xfrm>
          <a:off x="713232" y="1818704"/>
          <a:ext cx="10625328" cy="4892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99457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273685"/>
            <a:ext cx="4608576" cy="1325563"/>
          </a:xfrm>
        </p:spPr>
        <p:txBody>
          <a:bodyPr>
            <a:normAutofit/>
          </a:bodyPr>
          <a:lstStyle/>
          <a:p>
            <a:r>
              <a:rPr lang="sr-Latn-ME" sz="5400" b="1" i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Ponderi</a:t>
            </a:r>
            <a:r>
              <a:rPr lang="en-US" sz="5400" b="1" i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sr-Latn-ME" sz="5400" b="1" i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anje</a:t>
            </a:r>
            <a:endParaRPr lang="en-US" sz="5400" b="1" i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54661635"/>
              </p:ext>
            </p:extLst>
          </p:nvPr>
        </p:nvGraphicFramePr>
        <p:xfrm>
          <a:off x="1964585" y="1796472"/>
          <a:ext cx="8128000" cy="4003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11355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187" y="194796"/>
            <a:ext cx="7203141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SIMULACIJA SAOBRAĆAJA: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0194454"/>
              </p:ext>
            </p:extLst>
          </p:nvPr>
        </p:nvGraphicFramePr>
        <p:xfrm>
          <a:off x="1628589" y="131885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32352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3054" y="257549"/>
            <a:ext cx="7588624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KOMPONENTE </a:t>
            </a:r>
            <a:r>
              <a:rPr lang="en-US" dirty="0" smtClean="0">
                <a:solidFill>
                  <a:schemeClr val="bg1"/>
                </a:solidFill>
              </a:rPr>
              <a:t>KVALITETA </a:t>
            </a:r>
            <a:r>
              <a:rPr lang="en-US" dirty="0">
                <a:solidFill>
                  <a:schemeClr val="bg1"/>
                </a:solidFill>
              </a:rPr>
              <a:t>(F</a:t>
            </a:r>
            <a:r>
              <a:rPr lang="en-US" dirty="0" smtClean="0">
                <a:solidFill>
                  <a:schemeClr val="bg1"/>
                </a:solidFill>
              </a:rPr>
              <a:t>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095" y="1777905"/>
            <a:ext cx="11367247" cy="642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F_totalna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= </a:t>
            </a:r>
            <a:r>
              <a:rPr lang="el-GR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α₁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F₁ + </a:t>
            </a:r>
            <a:r>
              <a:rPr lang="el-GR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α₂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F₂ + </a:t>
            </a:r>
            <a:r>
              <a:rPr lang="el-GR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α₃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F₃ + </a:t>
            </a:r>
            <a:r>
              <a:rPr lang="el-GR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α₄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F₄ (</a:t>
            </a:r>
            <a:r>
              <a:rPr lang="en-US" sz="24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gdje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su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l-GR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α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ᵢ </a:t>
            </a:r>
            <a:r>
              <a:rPr lang="en-US" sz="24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težinski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koeficijenti</a:t>
            </a:r>
            <a:r>
              <a:rPr 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)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927568617"/>
              </p:ext>
            </p:extLst>
          </p:nvPr>
        </p:nvGraphicFramePr>
        <p:xfrm>
          <a:off x="977900" y="2420470"/>
          <a:ext cx="10038978" cy="3719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14904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84" y="677442"/>
            <a:ext cx="11129682" cy="1325563"/>
          </a:xfrm>
        </p:spPr>
        <p:txBody>
          <a:bodyPr>
            <a:norm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+mn-lt"/>
              </a:rPr>
              <a:t>POPULACIJA PO GRADOVIMA</a:t>
            </a:r>
            <a:r>
              <a:rPr lang="en-US" sz="3200" b="1" i="1" dirty="0" smtClean="0">
                <a:solidFill>
                  <a:schemeClr val="bg1"/>
                </a:solidFill>
                <a:latin typeface="+mn-lt"/>
              </a:rPr>
              <a:t>:   </a:t>
            </a:r>
            <a:r>
              <a:rPr lang="sr-Latn-ME" sz="3200" b="1" i="1" dirty="0" smtClean="0">
                <a:solidFill>
                  <a:schemeClr val="bg1"/>
                </a:solidFill>
                <a:latin typeface="+mn-lt"/>
              </a:rPr>
              <a:t>            </a:t>
            </a:r>
            <a:r>
              <a:rPr lang="en-US" sz="3200" b="1" i="1" dirty="0" smtClean="0">
                <a:solidFill>
                  <a:schemeClr val="bg1"/>
                </a:solidFill>
                <a:latin typeface="+mn-lt"/>
              </a:rPr>
              <a:t> SAOBRA</a:t>
            </a:r>
            <a:r>
              <a:rPr lang="sr-Latn-ME" sz="3200" b="1" i="1" dirty="0" smtClean="0">
                <a:solidFill>
                  <a:schemeClr val="bg1"/>
                </a:solidFill>
                <a:latin typeface="+mn-lt"/>
              </a:rPr>
              <a:t>ĆAJ PO RUTAMA:   </a:t>
            </a:r>
            <a:endParaRPr lang="en-US" sz="3200" b="1" i="1" dirty="0">
              <a:latin typeface="+mn-lt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32546158"/>
              </p:ext>
            </p:extLst>
          </p:nvPr>
        </p:nvGraphicFramePr>
        <p:xfrm>
          <a:off x="232338" y="1792941"/>
          <a:ext cx="5820336" cy="4461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930436776"/>
              </p:ext>
            </p:extLst>
          </p:nvPr>
        </p:nvGraphicFramePr>
        <p:xfrm>
          <a:off x="6250642" y="1792941"/>
          <a:ext cx="5874870" cy="4461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01804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POREĐENJE ZA 10.000 VOZILA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464925"/>
              </p:ext>
            </p:extLst>
          </p:nvPr>
        </p:nvGraphicFramePr>
        <p:xfrm>
          <a:off x="929339" y="2143443"/>
          <a:ext cx="10186897" cy="381808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13628"/>
                <a:gridCol w="1646693"/>
                <a:gridCol w="1670908"/>
                <a:gridCol w="1755668"/>
              </a:tblGrid>
              <a:tr h="545441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Metrika</a:t>
                      </a:r>
                      <a:r>
                        <a:rPr lang="en-US" dirty="0" smtClean="0"/>
                        <a:t>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SGA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SLO*</a:t>
                      </a:r>
                      <a:endParaRPr lang="en-US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545441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Prosječno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vrijeme</a:t>
                      </a:r>
                      <a:r>
                        <a:rPr lang="en-US" dirty="0" smtClean="0"/>
                        <a:t> (min)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0,14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0,11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0,06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45441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Maksimalno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vrijeme</a:t>
                      </a:r>
                      <a:r>
                        <a:rPr lang="en-US" dirty="0" smtClean="0"/>
                        <a:t> (min)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45441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Iskorištenost</a:t>
                      </a:r>
                      <a:r>
                        <a:rPr lang="en-US" dirty="0" smtClean="0"/>
                        <a:t> (%)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17,1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19,1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23,5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45441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Prosječna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distanca</a:t>
                      </a:r>
                      <a:r>
                        <a:rPr lang="en-US" dirty="0" smtClean="0"/>
                        <a:t> (km)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6,88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5,18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6,18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4544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* SLO (</a:t>
                      </a:r>
                      <a:r>
                        <a:rPr lang="en-US" dirty="0" err="1" smtClean="0"/>
                        <a:t>Naš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prilagođeni</a:t>
                      </a:r>
                      <a:r>
                        <a:rPr lang="en-US" dirty="0" smtClean="0"/>
                        <a:t> GA) - NAJBOLJI REZULTATI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45441">
                <a:tc gridSpan="4">
                  <a:txBody>
                    <a:bodyPr/>
                    <a:lstStyle/>
                    <a:p>
                      <a:r>
                        <a:rPr lang="en-US" dirty="0" err="1" smtClean="0"/>
                        <a:t>Zaključak</a:t>
                      </a:r>
                      <a:r>
                        <a:rPr lang="en-US" dirty="0" smtClean="0"/>
                        <a:t>: </a:t>
                      </a:r>
                      <a:r>
                        <a:rPr lang="en-US" dirty="0" err="1" smtClean="0"/>
                        <a:t>Prilagođeni</a:t>
                      </a:r>
                      <a:r>
                        <a:rPr lang="en-US" dirty="0" smtClean="0"/>
                        <a:t> GA </a:t>
                      </a:r>
                      <a:r>
                        <a:rPr lang="en-US" dirty="0" err="1" smtClean="0"/>
                        <a:t>nadmašuje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err="1" smtClean="0"/>
                        <a:t>standardni</a:t>
                      </a:r>
                      <a:r>
                        <a:rPr lang="en-US" dirty="0" smtClean="0"/>
                        <a:t> GA u </a:t>
                      </a:r>
                      <a:r>
                        <a:rPr lang="en-US" dirty="0" err="1" smtClean="0"/>
                        <a:t>sve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četiri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metr</a:t>
                      </a:r>
                      <a:r>
                        <a:rPr lang="az-Cyrl-AZ" dirty="0" smtClean="0"/>
                        <a:t>ике!</a:t>
                      </a:r>
                      <a:endParaRPr lang="az-Cyrl-AZ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2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GLAVNI DOPRINOSI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✓ Graf-</a:t>
            </a:r>
            <a:r>
              <a:rPr lang="en-US" dirty="0" err="1" smtClean="0">
                <a:solidFill>
                  <a:schemeClr val="bg1"/>
                </a:solidFill>
              </a:rPr>
              <a:t>bazirani</a:t>
            </a:r>
            <a:r>
              <a:rPr lang="en-US" dirty="0" smtClean="0">
                <a:solidFill>
                  <a:schemeClr val="bg1"/>
                </a:solidFill>
              </a:rPr>
              <a:t> model </a:t>
            </a:r>
            <a:r>
              <a:rPr lang="en-US" dirty="0" err="1" smtClean="0">
                <a:solidFill>
                  <a:schemeClr val="bg1"/>
                </a:solidFill>
              </a:rPr>
              <a:t>sa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stvarnim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distancama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✓ </a:t>
            </a:r>
            <a:r>
              <a:rPr lang="en-US" dirty="0" err="1" smtClean="0">
                <a:solidFill>
                  <a:schemeClr val="bg1"/>
                </a:solidFill>
              </a:rPr>
              <a:t>Dvostruki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okvir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optimizacije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✓ </a:t>
            </a:r>
            <a:r>
              <a:rPr lang="en-US" dirty="0" err="1" smtClean="0">
                <a:solidFill>
                  <a:schemeClr val="bg1"/>
                </a:solidFill>
              </a:rPr>
              <a:t>Simulacija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stvarnog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ponašanja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vozača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✓ </a:t>
            </a:r>
            <a:r>
              <a:rPr lang="en-US" dirty="0" err="1" smtClean="0">
                <a:solidFill>
                  <a:schemeClr val="bg1"/>
                </a:solidFill>
              </a:rPr>
              <a:t>Prilagođeni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genetski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algoritam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BUDUĆI SMJER RAZVOJA: 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62813189"/>
              </p:ext>
            </p:extLst>
          </p:nvPr>
        </p:nvGraphicFramePr>
        <p:xfrm>
          <a:off x="786652" y="4078941"/>
          <a:ext cx="10567148" cy="2584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74630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ME" dirty="0" smtClean="0">
                <a:solidFill>
                  <a:schemeClr val="bg1"/>
                </a:solidFill>
              </a:rPr>
              <a:t>Opis projekta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ULAZ: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- 25 </a:t>
            </a:r>
            <a:r>
              <a:rPr lang="en-US" dirty="0" err="1">
                <a:solidFill>
                  <a:schemeClr val="bg1"/>
                </a:solidFill>
              </a:rPr>
              <a:t>gradova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Crne</a:t>
            </a:r>
            <a:r>
              <a:rPr lang="en-US" dirty="0">
                <a:solidFill>
                  <a:schemeClr val="bg1"/>
                </a:solidFill>
              </a:rPr>
              <a:t> Gore </a:t>
            </a:r>
            <a:r>
              <a:rPr lang="en-US" dirty="0" err="1">
                <a:solidFill>
                  <a:schemeClr val="bg1"/>
                </a:solidFill>
              </a:rPr>
              <a:t>sa</a:t>
            </a:r>
            <a:r>
              <a:rPr lang="en-US" dirty="0">
                <a:solidFill>
                  <a:schemeClr val="bg1"/>
                </a:solidFill>
              </a:rPr>
              <a:t> GPS </a:t>
            </a:r>
            <a:r>
              <a:rPr lang="en-US" dirty="0" err="1">
                <a:solidFill>
                  <a:schemeClr val="bg1"/>
                </a:solidFill>
              </a:rPr>
              <a:t>koordinatama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- 623,593 </a:t>
            </a:r>
            <a:r>
              <a:rPr lang="en-US" dirty="0" err="1">
                <a:solidFill>
                  <a:schemeClr val="bg1"/>
                </a:solidFill>
              </a:rPr>
              <a:t>stanovnika</a:t>
            </a:r>
            <a:r>
              <a:rPr lang="en-US" dirty="0">
                <a:solidFill>
                  <a:schemeClr val="bg1"/>
                </a:solidFill>
              </a:rPr>
              <a:t>, 93,526 </a:t>
            </a:r>
            <a:r>
              <a:rPr lang="en-US" dirty="0" err="1">
                <a:solidFill>
                  <a:schemeClr val="bg1"/>
                </a:solidFill>
              </a:rPr>
              <a:t>procijenjenih</a:t>
            </a:r>
            <a:r>
              <a:rPr lang="en-US" dirty="0">
                <a:solidFill>
                  <a:schemeClr val="bg1"/>
                </a:solidFill>
              </a:rPr>
              <a:t> EV </a:t>
            </a:r>
            <a:r>
              <a:rPr lang="en-US" dirty="0" err="1" smtClean="0">
                <a:solidFill>
                  <a:schemeClr val="bg1"/>
                </a:solidFill>
              </a:rPr>
              <a:t>vozila</a:t>
            </a:r>
            <a:r>
              <a:rPr lang="sr-Latn-ME" dirty="0" smtClean="0">
                <a:solidFill>
                  <a:schemeClr val="bg1"/>
                </a:solidFill>
              </a:rPr>
              <a:t> (15%)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PROCES: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Genetski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algoritam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optimizuje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raspored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punjača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kroz</a:t>
            </a:r>
            <a:r>
              <a:rPr lang="en-US" dirty="0">
                <a:solidFill>
                  <a:schemeClr val="bg1"/>
                </a:solidFill>
              </a:rPr>
              <a:t> 50 </a:t>
            </a:r>
            <a:r>
              <a:rPr lang="en-US" dirty="0" err="1">
                <a:solidFill>
                  <a:schemeClr val="bg1"/>
                </a:solidFill>
              </a:rPr>
              <a:t>generacija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Evaluira</a:t>
            </a:r>
            <a:r>
              <a:rPr lang="en-US" dirty="0">
                <a:solidFill>
                  <a:schemeClr val="bg1"/>
                </a:solidFill>
              </a:rPr>
              <a:t> fitness </a:t>
            </a:r>
            <a:r>
              <a:rPr lang="en-US" dirty="0" err="1">
                <a:solidFill>
                  <a:schemeClr val="bg1"/>
                </a:solidFill>
              </a:rPr>
              <a:t>svakog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rješenja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pokrivenost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razmak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distribucija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Selektuje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najbolje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kreira</a:t>
            </a:r>
            <a:r>
              <a:rPr lang="en-US" dirty="0">
                <a:solidFill>
                  <a:schemeClr val="bg1"/>
                </a:solidFill>
              </a:rPr>
              <a:t> nova </a:t>
            </a:r>
            <a:r>
              <a:rPr lang="en-US" dirty="0" err="1">
                <a:solidFill>
                  <a:schemeClr val="bg1"/>
                </a:solidFill>
              </a:rPr>
              <a:t>rješenja</a:t>
            </a:r>
            <a:r>
              <a:rPr lang="en-US" dirty="0">
                <a:solidFill>
                  <a:schemeClr val="bg1"/>
                </a:solidFill>
              </a:rPr>
              <a:t> (crossover + </a:t>
            </a:r>
            <a:r>
              <a:rPr lang="en-US" dirty="0" err="1">
                <a:solidFill>
                  <a:schemeClr val="bg1"/>
                </a:solidFill>
              </a:rPr>
              <a:t>mutacija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>
                <a:solidFill>
                  <a:schemeClr val="bg1"/>
                </a:solidFill>
              </a:rPr>
              <a:t>Kontinualno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poboljšava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raspored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IZLAZ: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 smtClean="0">
                <a:solidFill>
                  <a:schemeClr val="bg1"/>
                </a:solidFill>
              </a:rPr>
              <a:t>Optimalan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raspored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~40 </a:t>
            </a:r>
            <a:r>
              <a:rPr lang="en-US" dirty="0" err="1" smtClean="0">
                <a:solidFill>
                  <a:schemeClr val="bg1"/>
                </a:solidFill>
              </a:rPr>
              <a:t>punjača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 smtClean="0">
                <a:solidFill>
                  <a:schemeClr val="bg1"/>
                </a:solidFill>
              </a:rPr>
              <a:t>Mapa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Crne</a:t>
            </a:r>
            <a:r>
              <a:rPr lang="en-US" dirty="0">
                <a:solidFill>
                  <a:schemeClr val="bg1"/>
                </a:solidFill>
              </a:rPr>
              <a:t> Gore </a:t>
            </a:r>
            <a:r>
              <a:rPr lang="en-US" dirty="0" err="1">
                <a:solidFill>
                  <a:schemeClr val="bg1"/>
                </a:solidFill>
              </a:rPr>
              <a:t>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lokacijama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kapacitetima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err="1" smtClean="0">
                <a:solidFill>
                  <a:schemeClr val="bg1"/>
                </a:solidFill>
              </a:rPr>
              <a:t>Statistika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pokrivanja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gradovima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- </a:t>
            </a:r>
            <a:r>
              <a:rPr lang="en-US" dirty="0" smtClean="0">
                <a:solidFill>
                  <a:schemeClr val="bg1"/>
                </a:solidFill>
              </a:rPr>
              <a:t>Fitness </a:t>
            </a:r>
            <a:r>
              <a:rPr lang="en-US" dirty="0">
                <a:solidFill>
                  <a:schemeClr val="bg1"/>
                </a:solidFill>
              </a:rPr>
              <a:t>score &gt; 500 (</a:t>
            </a:r>
            <a:r>
              <a:rPr lang="en-US" dirty="0" err="1">
                <a:solidFill>
                  <a:schemeClr val="bg1"/>
                </a:solidFill>
              </a:rPr>
              <a:t>odličan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rezultat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01409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399" y="1825625"/>
            <a:ext cx="8458201" cy="239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HVALA NA PA</a:t>
            </a:r>
            <a:r>
              <a:rPr lang="sr-Latn-ME" sz="8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Ž</a:t>
            </a:r>
            <a:r>
              <a:rPr lang="en-US" sz="80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NJI!</a:t>
            </a:r>
            <a:endParaRPr lang="en-US" sz="8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02816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657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Book Antiqua</vt:lpstr>
      <vt:lpstr>Calibri</vt:lpstr>
      <vt:lpstr>Calibri Light</vt:lpstr>
      <vt:lpstr>Castellar</vt:lpstr>
      <vt:lpstr>Century Gothic</vt:lpstr>
      <vt:lpstr>Leelawadee UI Semilight</vt:lpstr>
      <vt:lpstr>Office Theme</vt:lpstr>
      <vt:lpstr>Optimizacija rasporeda stanica za punjenje električnih vozila za Crnu Goru</vt:lpstr>
      <vt:lpstr>PowerPoint Presentation</vt:lpstr>
      <vt:lpstr>PowerPoint Presentation</vt:lpstr>
      <vt:lpstr>Nedostaci:</vt:lpstr>
      <vt:lpstr>DVOSTRUKI OKVIR OPTIMIZACIJE: </vt:lpstr>
      <vt:lpstr>KONSTRUISANJE GRAFA:</vt:lpstr>
      <vt:lpstr>Ponderisanje</vt:lpstr>
      <vt:lpstr>SIMULACIJA SAOBRAĆAJA:</vt:lpstr>
      <vt:lpstr>KOMPONENTE KVALITETA (F):</vt:lpstr>
      <vt:lpstr>POPULACIJA PO GRADOVIMA:                SAOBRAĆAJ PO RUTAMA:   </vt:lpstr>
      <vt:lpstr>POREĐENJE ZA 10.000 VOZILA:</vt:lpstr>
      <vt:lpstr>GLAVNI DOPRINOSI:</vt:lpstr>
      <vt:lpstr>Opis projekta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Optimizacija rasporeda stanica za punjenje elektricnih vozila za Crnu Goru</dc:title>
  <dc:creator>Microsoft account</dc:creator>
  <cp:lastModifiedBy>Microsoft account</cp:lastModifiedBy>
  <cp:revision>32</cp:revision>
  <dcterms:created xsi:type="dcterms:W3CDTF">2025-12-16T15:22:10Z</dcterms:created>
  <dcterms:modified xsi:type="dcterms:W3CDTF">2025-12-29T13:07:26Z</dcterms:modified>
</cp:coreProperties>
</file>