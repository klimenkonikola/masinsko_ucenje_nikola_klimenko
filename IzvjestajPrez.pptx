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5" r:id="rId8"/>
    <p:sldId id="261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80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54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13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28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16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04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52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342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24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222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8727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38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168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713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545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1C30DB2-0105-4B44-A21F-0154AC95A315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4A8B4A-B968-429A-B690-DC52303D1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57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0" y="841248"/>
            <a:ext cx="8574622" cy="1865715"/>
          </a:xfrm>
        </p:spPr>
        <p:txBody>
          <a:bodyPr>
            <a:normAutofit/>
          </a:bodyPr>
          <a:lstStyle/>
          <a:p>
            <a:r>
              <a:rPr lang="en-US" dirty="0" smtClean="0"/>
              <a:t>IZVJE</a:t>
            </a:r>
            <a:r>
              <a:rPr lang="sr-Latn-ME" dirty="0" smtClean="0"/>
              <a:t>ŠTAJ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237315"/>
            <a:ext cx="6987645" cy="1388534"/>
          </a:xfrm>
        </p:spPr>
        <p:txBody>
          <a:bodyPr>
            <a:normAutofit/>
          </a:bodyPr>
          <a:lstStyle/>
          <a:p>
            <a:r>
              <a:rPr lang="sr-Latn-ME" sz="3600" dirty="0" smtClean="0"/>
              <a:t>Optimizacije rasporeda punjača </a:t>
            </a:r>
          </a:p>
          <a:p>
            <a:r>
              <a:rPr lang="sr-Latn-ME" sz="3600" dirty="0" smtClean="0"/>
              <a:t>za električne automobile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70620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0031" y="292608"/>
            <a:ext cx="10018713" cy="993647"/>
          </a:xfrm>
        </p:spPr>
        <p:txBody>
          <a:bodyPr/>
          <a:lstStyle/>
          <a:p>
            <a:r>
              <a:rPr lang="sr-Latn-ME" dirty="0" smtClean="0"/>
              <a:t>Način rada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486" y="1170432"/>
            <a:ext cx="10018713" cy="4946903"/>
          </a:xfrm>
        </p:spPr>
        <p:txBody>
          <a:bodyPr>
            <a:normAutofit/>
          </a:bodyPr>
          <a:lstStyle/>
          <a:p>
            <a:pPr lvl="0"/>
            <a:r>
              <a:rPr lang="en-US" sz="2800" dirty="0" err="1"/>
              <a:t>Podaci</a:t>
            </a:r>
            <a:r>
              <a:rPr lang="en-US" sz="2800" dirty="0"/>
              <a:t>: </a:t>
            </a:r>
            <a:endParaRPr lang="sr-Latn-ME" sz="2800" dirty="0" smtClean="0"/>
          </a:p>
          <a:p>
            <a:pPr lvl="1"/>
            <a:r>
              <a:rPr lang="en-US" sz="2400" dirty="0" err="1" smtClean="0"/>
              <a:t>Za</a:t>
            </a:r>
            <a:r>
              <a:rPr lang="en-US" sz="2400" dirty="0" smtClean="0"/>
              <a:t> </a:t>
            </a:r>
            <a:r>
              <a:rPr lang="en-US" sz="2400" dirty="0" err="1"/>
              <a:t>svaku</a:t>
            </a:r>
            <a:r>
              <a:rPr lang="en-US" sz="2400" dirty="0"/>
              <a:t> </a:t>
            </a:r>
            <a:r>
              <a:rPr lang="en-US" sz="2400" dirty="0" err="1"/>
              <a:t>opštinu</a:t>
            </a:r>
            <a:r>
              <a:rPr lang="en-US" sz="2400" dirty="0"/>
              <a:t> program </a:t>
            </a:r>
            <a:r>
              <a:rPr lang="en-US" sz="2400" dirty="0" err="1"/>
              <a:t>učitava</a:t>
            </a:r>
            <a:r>
              <a:rPr lang="en-US" sz="2400" dirty="0"/>
              <a:t> </a:t>
            </a:r>
            <a:r>
              <a:rPr lang="en-US" sz="2400" dirty="0" err="1"/>
              <a:t>populaciju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popisa</a:t>
            </a:r>
            <a:r>
              <a:rPr lang="en-US" sz="2400" dirty="0"/>
              <a:t> 2023, </a:t>
            </a:r>
            <a:r>
              <a:rPr lang="en-US" sz="2400" dirty="0" err="1"/>
              <a:t>koordinate</a:t>
            </a:r>
            <a:r>
              <a:rPr lang="en-US" sz="2400" dirty="0"/>
              <a:t>, </a:t>
            </a:r>
            <a:r>
              <a:rPr lang="en-US" sz="2400" dirty="0" err="1"/>
              <a:t>procijenjeni</a:t>
            </a:r>
            <a:r>
              <a:rPr lang="en-US" sz="2400" dirty="0"/>
              <a:t> </a:t>
            </a:r>
            <a:r>
              <a:rPr lang="en-US" sz="2400" dirty="0" err="1"/>
              <a:t>broj</a:t>
            </a:r>
            <a:r>
              <a:rPr lang="en-US" sz="2400" dirty="0"/>
              <a:t> </a:t>
            </a:r>
            <a:r>
              <a:rPr lang="en-US" sz="2400" dirty="0" err="1"/>
              <a:t>vozila</a:t>
            </a:r>
            <a:r>
              <a:rPr lang="en-US" sz="2400" dirty="0"/>
              <a:t> (15% </a:t>
            </a:r>
            <a:r>
              <a:rPr lang="en-US" sz="2400" dirty="0" err="1"/>
              <a:t>populacije</a:t>
            </a:r>
            <a:r>
              <a:rPr lang="en-US" sz="2400" dirty="0"/>
              <a:t>)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en-US" sz="2400" dirty="0" err="1"/>
              <a:t>intenzitet</a:t>
            </a:r>
            <a:r>
              <a:rPr lang="en-US" sz="2400" dirty="0"/>
              <a:t> </a:t>
            </a:r>
            <a:r>
              <a:rPr lang="en-US" sz="2400" dirty="0" err="1"/>
              <a:t>saobraćaja</a:t>
            </a:r>
            <a:r>
              <a:rPr lang="en-US" sz="2400" dirty="0"/>
              <a:t> </a:t>
            </a:r>
            <a:r>
              <a:rPr lang="en-US" sz="2400" dirty="0" err="1"/>
              <a:t>proporcionalan</a:t>
            </a:r>
            <a:r>
              <a:rPr lang="en-US" sz="2400" dirty="0"/>
              <a:t> </a:t>
            </a:r>
            <a:r>
              <a:rPr lang="en-US" sz="2400" dirty="0" err="1"/>
              <a:t>populaciji</a:t>
            </a:r>
            <a:r>
              <a:rPr lang="en-US" sz="2400" dirty="0"/>
              <a:t>.​</a:t>
            </a:r>
          </a:p>
          <a:p>
            <a:pPr lvl="0"/>
            <a:r>
              <a:rPr lang="en-US" sz="2800" dirty="0" err="1"/>
              <a:t>Kandidatske</a:t>
            </a:r>
            <a:r>
              <a:rPr lang="en-US" sz="2800" dirty="0"/>
              <a:t> </a:t>
            </a:r>
            <a:r>
              <a:rPr lang="en-US" sz="2800" dirty="0" err="1" smtClean="0"/>
              <a:t>lokacije</a:t>
            </a:r>
            <a:r>
              <a:rPr lang="en-US" sz="2800" dirty="0" smtClean="0"/>
              <a:t>:</a:t>
            </a:r>
            <a:r>
              <a:rPr lang="sr-Latn-ME" sz="2800" dirty="0" smtClean="0"/>
              <a:t> </a:t>
            </a:r>
          </a:p>
          <a:p>
            <a:pPr lvl="1"/>
            <a:r>
              <a:rPr lang="sr-Latn-ME" sz="2400" dirty="0" smtClean="0"/>
              <a:t>S</a:t>
            </a:r>
            <a:r>
              <a:rPr lang="en-US" sz="2400" dirty="0" err="1" smtClean="0"/>
              <a:t>ve</a:t>
            </a:r>
            <a:r>
              <a:rPr lang="en-US" sz="2400" dirty="0" smtClean="0"/>
              <a:t> </a:t>
            </a:r>
            <a:r>
              <a:rPr lang="en-US" sz="2400" dirty="0" err="1"/>
              <a:t>opštine</a:t>
            </a:r>
            <a:r>
              <a:rPr lang="en-US" sz="2400" dirty="0"/>
              <a:t> </a:t>
            </a:r>
            <a:r>
              <a:rPr lang="sr-Latn-ME" sz="2400" dirty="0"/>
              <a:t>+</a:t>
            </a:r>
            <a:r>
              <a:rPr lang="en-US" sz="2400" dirty="0" smtClean="0"/>
              <a:t> </a:t>
            </a:r>
            <a:r>
              <a:rPr lang="en-US" sz="2400" dirty="0" err="1"/>
              <a:t>interpolirane</a:t>
            </a:r>
            <a:r>
              <a:rPr lang="en-US" sz="2400" dirty="0"/>
              <a:t> </a:t>
            </a:r>
            <a:r>
              <a:rPr lang="en-US" sz="2400" dirty="0" err="1"/>
              <a:t>tačke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pravcima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 smtClean="0"/>
              <a:t>opština</a:t>
            </a:r>
            <a:r>
              <a:rPr lang="en-US" sz="2400" dirty="0" smtClean="0"/>
              <a:t> </a:t>
            </a:r>
            <a:r>
              <a:rPr lang="sr-Latn-ME" sz="2400" dirty="0" smtClean="0"/>
              <a:t>= </a:t>
            </a:r>
            <a:r>
              <a:rPr lang="en-US" sz="2400" dirty="0" err="1" smtClean="0"/>
              <a:t>oko</a:t>
            </a:r>
            <a:r>
              <a:rPr lang="en-US" sz="2400" dirty="0" smtClean="0"/>
              <a:t> </a:t>
            </a:r>
            <a:r>
              <a:rPr lang="en-US" sz="2400" dirty="0"/>
              <a:t>625 </a:t>
            </a:r>
            <a:r>
              <a:rPr lang="en-US" sz="2400" dirty="0" err="1"/>
              <a:t>realističnih</a:t>
            </a:r>
            <a:r>
              <a:rPr lang="en-US" sz="2400" dirty="0"/>
              <a:t> </a:t>
            </a:r>
            <a:r>
              <a:rPr lang="en-US" sz="2400" dirty="0" err="1" smtClean="0"/>
              <a:t>lokacija</a:t>
            </a:r>
            <a:r>
              <a:rPr lang="sr-Latn-ME" sz="2400" dirty="0" smtClean="0"/>
              <a:t>.</a:t>
            </a:r>
            <a:endParaRPr lang="en-US" sz="2400" dirty="0"/>
          </a:p>
          <a:p>
            <a:pPr lvl="0"/>
            <a:r>
              <a:rPr lang="en-US" sz="2800" dirty="0" err="1"/>
              <a:t>Genetski</a:t>
            </a:r>
            <a:r>
              <a:rPr lang="en-US" sz="2800" dirty="0"/>
              <a:t> </a:t>
            </a:r>
            <a:r>
              <a:rPr lang="en-US" sz="2800" dirty="0" err="1"/>
              <a:t>algoritam</a:t>
            </a:r>
            <a:r>
              <a:rPr lang="en-US" sz="2800" dirty="0"/>
              <a:t>: </a:t>
            </a:r>
            <a:endParaRPr lang="sr-Latn-ME" sz="2800" dirty="0"/>
          </a:p>
          <a:p>
            <a:pPr lvl="1"/>
            <a:r>
              <a:rPr lang="en-US" sz="2400" dirty="0" smtClean="0"/>
              <a:t>50 </a:t>
            </a:r>
            <a:r>
              <a:rPr lang="en-US" sz="2400" dirty="0" err="1"/>
              <a:t>generacija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populacijom</a:t>
            </a:r>
            <a:r>
              <a:rPr lang="en-US" sz="2400" dirty="0"/>
              <a:t> od 100 </a:t>
            </a:r>
            <a:r>
              <a:rPr lang="en-US" sz="2400" dirty="0" err="1" smtClean="0"/>
              <a:t>rješenja</a:t>
            </a:r>
            <a:endParaRPr lang="sr-Latn-ME" sz="2400" dirty="0" smtClean="0"/>
          </a:p>
          <a:p>
            <a:pPr lvl="1"/>
            <a:r>
              <a:rPr lang="en-US" sz="2400" dirty="0" err="1" smtClean="0"/>
              <a:t>svako</a:t>
            </a:r>
            <a:r>
              <a:rPr lang="en-US" sz="2400" dirty="0" smtClean="0"/>
              <a:t> </a:t>
            </a:r>
            <a:r>
              <a:rPr lang="en-US" sz="2400" dirty="0" err="1"/>
              <a:t>rješenje</a:t>
            </a:r>
            <a:r>
              <a:rPr lang="en-US" sz="2400" dirty="0"/>
              <a:t> je </a:t>
            </a:r>
            <a:r>
              <a:rPr lang="en-US" sz="2400" dirty="0" err="1"/>
              <a:t>skup</a:t>
            </a:r>
            <a:r>
              <a:rPr lang="en-US" sz="2400" dirty="0"/>
              <a:t> </a:t>
            </a:r>
            <a:r>
              <a:rPr lang="en-US" sz="2400" dirty="0" err="1"/>
              <a:t>lokacija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en-US" sz="2400" dirty="0" err="1"/>
              <a:t>kapaciteta</a:t>
            </a:r>
            <a:r>
              <a:rPr lang="en-US" sz="2400" dirty="0"/>
              <a:t> </a:t>
            </a:r>
            <a:r>
              <a:rPr lang="en-US" sz="2400" dirty="0" err="1" smtClean="0"/>
              <a:t>punjača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1573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4039" y="237744"/>
            <a:ext cx="10018713" cy="810767"/>
          </a:xfrm>
        </p:spPr>
        <p:txBody>
          <a:bodyPr/>
          <a:lstStyle/>
          <a:p>
            <a:r>
              <a:rPr lang="sr-Latn-ME" dirty="0" smtClean="0"/>
              <a:t>Fitness i kriterijumi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3766" y="1048511"/>
            <a:ext cx="10018713" cy="5562601"/>
          </a:xfrm>
        </p:spPr>
        <p:txBody>
          <a:bodyPr>
            <a:normAutofit/>
          </a:bodyPr>
          <a:lstStyle/>
          <a:p>
            <a:pPr lvl="0"/>
            <a:r>
              <a:rPr lang="en-US" dirty="0" err="1"/>
              <a:t>Pokrivenost</a:t>
            </a:r>
            <a:r>
              <a:rPr lang="en-US" dirty="0"/>
              <a:t> </a:t>
            </a:r>
            <a:r>
              <a:rPr lang="en-US" dirty="0" err="1"/>
              <a:t>populacije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Svakom</a:t>
            </a:r>
            <a:r>
              <a:rPr lang="en-US" dirty="0" smtClean="0"/>
              <a:t> </a:t>
            </a:r>
            <a:r>
              <a:rPr lang="en-US" dirty="0" err="1"/>
              <a:t>gradu</a:t>
            </a:r>
            <a:r>
              <a:rPr lang="en-US" dirty="0"/>
              <a:t> se </a:t>
            </a:r>
            <a:r>
              <a:rPr lang="en-US" dirty="0" err="1"/>
              <a:t>računa</a:t>
            </a:r>
            <a:r>
              <a:rPr lang="en-US" dirty="0"/>
              <a:t> </a:t>
            </a:r>
            <a:r>
              <a:rPr lang="en-US" dirty="0" err="1"/>
              <a:t>udaljenost</a:t>
            </a:r>
            <a:r>
              <a:rPr lang="en-US" dirty="0"/>
              <a:t> do </a:t>
            </a:r>
            <a:r>
              <a:rPr lang="en-US" dirty="0" err="1"/>
              <a:t>najbliže</a:t>
            </a:r>
            <a:r>
              <a:rPr lang="en-US" dirty="0"/>
              <a:t> </a:t>
            </a:r>
            <a:r>
              <a:rPr lang="en-US" dirty="0" err="1"/>
              <a:t>stanice</a:t>
            </a:r>
            <a:r>
              <a:rPr lang="en-US" dirty="0"/>
              <a:t> </a:t>
            </a:r>
            <a:r>
              <a:rPr lang="en-US" dirty="0" err="1"/>
              <a:t>Haversine</a:t>
            </a:r>
            <a:r>
              <a:rPr lang="en-US" dirty="0"/>
              <a:t> </a:t>
            </a:r>
            <a:r>
              <a:rPr lang="en-US" dirty="0" err="1"/>
              <a:t>formulom</a:t>
            </a:r>
            <a:r>
              <a:rPr lang="en-US" dirty="0"/>
              <a:t> (</a:t>
            </a:r>
            <a:r>
              <a:rPr lang="en-US" dirty="0" err="1"/>
              <a:t>korigovano</a:t>
            </a:r>
            <a:r>
              <a:rPr lang="en-US" dirty="0"/>
              <a:t> </a:t>
            </a:r>
            <a:r>
              <a:rPr lang="en-US" dirty="0" err="1"/>
              <a:t>faktorom</a:t>
            </a:r>
            <a:r>
              <a:rPr lang="en-US" dirty="0"/>
              <a:t> 1.15 </a:t>
            </a:r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planinskog</a:t>
            </a:r>
            <a:r>
              <a:rPr lang="en-US" dirty="0"/>
              <a:t> </a:t>
            </a:r>
            <a:r>
              <a:rPr lang="en-US" dirty="0" err="1"/>
              <a:t>reljefa</a:t>
            </a:r>
            <a:r>
              <a:rPr lang="en-US" dirty="0"/>
              <a:t>); </a:t>
            </a:r>
            <a:r>
              <a:rPr lang="en-US" dirty="0" err="1"/>
              <a:t>nagrada</a:t>
            </a:r>
            <a:r>
              <a:rPr lang="en-US" dirty="0"/>
              <a:t> je </a:t>
            </a:r>
            <a:r>
              <a:rPr lang="en-US" dirty="0" err="1"/>
              <a:t>veća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distanca</a:t>
            </a:r>
            <a:r>
              <a:rPr lang="en-US" dirty="0"/>
              <a:t> </a:t>
            </a:r>
            <a:r>
              <a:rPr lang="en-US" dirty="0" err="1"/>
              <a:t>manja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je grad </a:t>
            </a:r>
            <a:r>
              <a:rPr lang="en-US" dirty="0" err="1"/>
              <a:t>veći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težinom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35% u </a:t>
            </a:r>
            <a:r>
              <a:rPr lang="en-US" dirty="0" err="1"/>
              <a:t>ukupnom</a:t>
            </a:r>
            <a:r>
              <a:rPr lang="en-US" dirty="0"/>
              <a:t> </a:t>
            </a:r>
            <a:r>
              <a:rPr lang="en-US" dirty="0" err="1"/>
              <a:t>fitnessu</a:t>
            </a:r>
            <a:r>
              <a:rPr lang="en-US" dirty="0"/>
              <a:t>.​</a:t>
            </a:r>
          </a:p>
          <a:p>
            <a:pPr lvl="0"/>
            <a:r>
              <a:rPr lang="en-US" dirty="0" err="1"/>
              <a:t>Prostorna</a:t>
            </a:r>
            <a:r>
              <a:rPr lang="en-US" dirty="0"/>
              <a:t> </a:t>
            </a:r>
            <a:r>
              <a:rPr lang="en-US" dirty="0" err="1"/>
              <a:t>raspodjela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Uvodi</a:t>
            </a:r>
            <a:r>
              <a:rPr lang="en-US" dirty="0" smtClean="0"/>
              <a:t> </a:t>
            </a:r>
            <a:r>
              <a:rPr lang="en-US" dirty="0"/>
              <a:t>se </a:t>
            </a:r>
            <a:r>
              <a:rPr lang="en-US" dirty="0" err="1"/>
              <a:t>kazna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stanice</a:t>
            </a:r>
            <a:r>
              <a:rPr lang="en-US" dirty="0"/>
              <a:t> </a:t>
            </a:r>
            <a:r>
              <a:rPr lang="en-US" dirty="0" err="1" smtClean="0"/>
              <a:t>preblizu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nagrada</a:t>
            </a:r>
            <a:r>
              <a:rPr lang="en-US" dirty="0"/>
              <a:t> </a:t>
            </a:r>
            <a:r>
              <a:rPr lang="en-US" dirty="0" err="1"/>
              <a:t>za</a:t>
            </a:r>
            <a:r>
              <a:rPr lang="en-US" dirty="0"/>
              <a:t> </a:t>
            </a:r>
            <a:r>
              <a:rPr lang="en-US" dirty="0" err="1"/>
              <a:t>veću</a:t>
            </a:r>
            <a:r>
              <a:rPr lang="en-US" dirty="0"/>
              <a:t> </a:t>
            </a:r>
            <a:r>
              <a:rPr lang="en-US" dirty="0" err="1" smtClean="0"/>
              <a:t>varijaciju</a:t>
            </a:r>
            <a:r>
              <a:rPr lang="en-US" dirty="0" smtClean="0"/>
              <a:t> </a:t>
            </a:r>
            <a:r>
              <a:rPr lang="en-US" dirty="0" err="1"/>
              <a:t>geografske</a:t>
            </a:r>
            <a:r>
              <a:rPr lang="en-US" dirty="0"/>
              <a:t> </a:t>
            </a:r>
            <a:r>
              <a:rPr lang="en-US" dirty="0" err="1"/>
              <a:t>širine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,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izbjeglo</a:t>
            </a:r>
            <a:r>
              <a:rPr lang="en-US" dirty="0"/>
              <a:t> </a:t>
            </a:r>
            <a:r>
              <a:rPr lang="en-US" dirty="0" err="1"/>
              <a:t>grupisanje</a:t>
            </a:r>
            <a:r>
              <a:rPr lang="en-US" dirty="0"/>
              <a:t> </a:t>
            </a:r>
            <a:r>
              <a:rPr lang="en-US" dirty="0" err="1"/>
              <a:t>punjača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mjestu</a:t>
            </a:r>
            <a:r>
              <a:rPr lang="en-US" dirty="0"/>
              <a:t>.​</a:t>
            </a:r>
          </a:p>
          <a:p>
            <a:pPr lvl="0"/>
            <a:r>
              <a:rPr lang="en-US" dirty="0" err="1"/>
              <a:t>Saobraćaj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pokrivenost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Gradovi</a:t>
            </a:r>
            <a:r>
              <a:rPr lang="en-US" dirty="0" smtClean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većim</a:t>
            </a:r>
            <a:r>
              <a:rPr lang="en-US" dirty="0"/>
              <a:t> </a:t>
            </a:r>
            <a:r>
              <a:rPr lang="en-US" dirty="0" err="1"/>
              <a:t>saobraćajem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poene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sr-Latn-ME" dirty="0" smtClean="0"/>
              <a:t>blizu</a:t>
            </a:r>
            <a:r>
              <a:rPr lang="en-US" dirty="0" smtClean="0"/>
              <a:t> </a:t>
            </a:r>
            <a:r>
              <a:rPr lang="en-US" dirty="0" err="1"/>
              <a:t>punjača</a:t>
            </a:r>
            <a:r>
              <a:rPr lang="en-US" dirty="0"/>
              <a:t>, a </a:t>
            </a:r>
            <a:r>
              <a:rPr lang="en-US" dirty="0" err="1"/>
              <a:t>uvodi</a:t>
            </a:r>
            <a:r>
              <a:rPr lang="en-US" dirty="0"/>
              <a:t> se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kazna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je </a:t>
            </a:r>
            <a:r>
              <a:rPr lang="en-US" dirty="0" err="1"/>
              <a:t>neki</a:t>
            </a:r>
            <a:r>
              <a:rPr lang="en-US" dirty="0"/>
              <a:t> </a:t>
            </a:r>
            <a:r>
              <a:rPr lang="en-US" dirty="0" smtClean="0"/>
              <a:t>grad</a:t>
            </a:r>
            <a:r>
              <a:rPr lang="sr-Latn-ME" dirty="0" smtClean="0"/>
              <a:t> previše </a:t>
            </a:r>
            <a:r>
              <a:rPr lang="sr-Latn-ME" dirty="0" smtClean="0"/>
              <a:t>udaljen </a:t>
            </a:r>
            <a:r>
              <a:rPr lang="en-US" dirty="0" smtClean="0"/>
              <a:t>od </a:t>
            </a:r>
            <a:r>
              <a:rPr lang="en-US" dirty="0" err="1"/>
              <a:t>najbliže</a:t>
            </a:r>
            <a:r>
              <a:rPr lang="en-US" dirty="0"/>
              <a:t> </a:t>
            </a:r>
            <a:r>
              <a:rPr lang="en-US" dirty="0" err="1"/>
              <a:t>stanice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forsira</a:t>
            </a:r>
            <a:r>
              <a:rPr lang="en-US" dirty="0"/>
              <a:t> </a:t>
            </a:r>
            <a:r>
              <a:rPr lang="en-US" dirty="0" err="1"/>
              <a:t>pokrivenost</a:t>
            </a:r>
            <a:r>
              <a:rPr lang="en-US" dirty="0"/>
              <a:t> </a:t>
            </a:r>
            <a:r>
              <a:rPr lang="en-US" dirty="0" err="1"/>
              <a:t>svih</a:t>
            </a:r>
            <a:r>
              <a:rPr lang="en-US" dirty="0"/>
              <a:t> </a:t>
            </a:r>
            <a:r>
              <a:rPr lang="en-US" dirty="0" err="1"/>
              <a:t>opština</a:t>
            </a:r>
            <a:r>
              <a:rPr lang="en-US" dirty="0"/>
              <a:t>.​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120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5751" y="274320"/>
            <a:ext cx="10018713" cy="691895"/>
          </a:xfrm>
        </p:spPr>
        <p:txBody>
          <a:bodyPr>
            <a:normAutofit fontScale="90000"/>
          </a:bodyPr>
          <a:lstStyle/>
          <a:p>
            <a:r>
              <a:rPr lang="sr-Latn-ME" dirty="0" smtClean="0"/>
              <a:t>Rezultat 1 – 41 punjač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8630" y="1115568"/>
            <a:ext cx="10018713" cy="5495543"/>
          </a:xfrm>
        </p:spPr>
        <p:txBody>
          <a:bodyPr>
            <a:normAutofit/>
          </a:bodyPr>
          <a:lstStyle/>
          <a:p>
            <a:pPr lvl="0"/>
            <a:r>
              <a:rPr lang="en-US" dirty="0" err="1"/>
              <a:t>Rezultat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Najbolji</a:t>
            </a:r>
            <a:r>
              <a:rPr lang="en-US" dirty="0" smtClean="0"/>
              <a:t> </a:t>
            </a:r>
            <a:r>
              <a:rPr lang="en-US" dirty="0"/>
              <a:t>fitness 554.08, </a:t>
            </a:r>
            <a:r>
              <a:rPr lang="en-US" dirty="0" err="1"/>
              <a:t>sa</a:t>
            </a:r>
            <a:r>
              <a:rPr lang="en-US" dirty="0"/>
              <a:t> 41 </a:t>
            </a:r>
            <a:r>
              <a:rPr lang="en-US" dirty="0" err="1"/>
              <a:t>stanicom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prosječnim</a:t>
            </a:r>
            <a:r>
              <a:rPr lang="en-US" dirty="0"/>
              <a:t> </a:t>
            </a:r>
            <a:r>
              <a:rPr lang="en-US" dirty="0" err="1"/>
              <a:t>kapacitetom</a:t>
            </a:r>
            <a:r>
              <a:rPr lang="en-US" dirty="0"/>
              <a:t> 3.2 </a:t>
            </a:r>
            <a:r>
              <a:rPr lang="en-US" dirty="0" err="1"/>
              <a:t>punjačka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lokaciji</a:t>
            </a:r>
            <a:r>
              <a:rPr lang="en-US" dirty="0"/>
              <a:t>.​</a:t>
            </a:r>
          </a:p>
          <a:p>
            <a:pPr lvl="0"/>
            <a:r>
              <a:rPr lang="en-US" dirty="0" err="1"/>
              <a:t>Pokrivenost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Svi</a:t>
            </a:r>
            <a:r>
              <a:rPr lang="en-US" dirty="0" smtClean="0"/>
              <a:t> </a:t>
            </a:r>
            <a:r>
              <a:rPr lang="en-US" dirty="0" err="1"/>
              <a:t>gradovi</a:t>
            </a:r>
            <a:r>
              <a:rPr lang="en-US" dirty="0"/>
              <a:t>, </a:t>
            </a:r>
            <a:r>
              <a:rPr lang="en-US" dirty="0" err="1"/>
              <a:t>uključujući</a:t>
            </a:r>
            <a:r>
              <a:rPr lang="en-US" dirty="0"/>
              <a:t> male (</a:t>
            </a:r>
            <a:r>
              <a:rPr lang="en-US" dirty="0" err="1"/>
              <a:t>Plužine</a:t>
            </a:r>
            <a:r>
              <a:rPr lang="en-US" dirty="0"/>
              <a:t>, </a:t>
            </a:r>
            <a:r>
              <a:rPr lang="en-US" dirty="0" err="1"/>
              <a:t>Šavnik</a:t>
            </a:r>
            <a:r>
              <a:rPr lang="en-US" dirty="0"/>
              <a:t>, </a:t>
            </a:r>
            <a:r>
              <a:rPr lang="en-US" dirty="0" err="1"/>
              <a:t>Gusinje</a:t>
            </a:r>
            <a:r>
              <a:rPr lang="en-US" dirty="0"/>
              <a:t>, </a:t>
            </a:r>
            <a:r>
              <a:rPr lang="en-US" dirty="0" err="1"/>
              <a:t>Petnjica</a:t>
            </a:r>
            <a:r>
              <a:rPr lang="en-US" dirty="0"/>
              <a:t>…), </a:t>
            </a:r>
            <a:r>
              <a:rPr lang="en-US" dirty="0" err="1"/>
              <a:t>imaju</a:t>
            </a:r>
            <a:r>
              <a:rPr lang="en-US" dirty="0"/>
              <a:t> 0 km do </a:t>
            </a:r>
            <a:r>
              <a:rPr lang="en-US" dirty="0" err="1"/>
              <a:t>najbližeg</a:t>
            </a:r>
            <a:r>
              <a:rPr lang="en-US" dirty="0"/>
              <a:t> </a:t>
            </a:r>
            <a:r>
              <a:rPr lang="en-US" dirty="0" err="1"/>
              <a:t>punjača</a:t>
            </a:r>
            <a:r>
              <a:rPr lang="en-US" dirty="0"/>
              <a:t> – </a:t>
            </a:r>
            <a:r>
              <a:rPr lang="en-US" dirty="0" err="1"/>
              <a:t>najbliža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se </a:t>
            </a:r>
            <a:r>
              <a:rPr lang="en-US" dirty="0" err="1"/>
              <a:t>nalazi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u </a:t>
            </a:r>
            <a:r>
              <a:rPr lang="en-US" dirty="0" err="1"/>
              <a:t>svakoj</a:t>
            </a:r>
            <a:r>
              <a:rPr lang="en-US" dirty="0"/>
              <a:t> </a:t>
            </a:r>
            <a:r>
              <a:rPr lang="en-US" dirty="0" err="1"/>
              <a:t>opštini</a:t>
            </a:r>
            <a:r>
              <a:rPr lang="en-US" dirty="0"/>
              <a:t>.​</a:t>
            </a:r>
          </a:p>
          <a:p>
            <a:pPr lvl="0"/>
            <a:r>
              <a:rPr lang="en-US" dirty="0" err="1"/>
              <a:t>Geometrija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Minimalna</a:t>
            </a:r>
            <a:r>
              <a:rPr lang="en-US" dirty="0" smtClean="0"/>
              <a:t> </a:t>
            </a:r>
            <a:r>
              <a:rPr lang="en-US" dirty="0" err="1"/>
              <a:t>međusobna</a:t>
            </a:r>
            <a:r>
              <a:rPr lang="en-US" dirty="0"/>
              <a:t> </a:t>
            </a:r>
            <a:r>
              <a:rPr lang="en-US" dirty="0" err="1"/>
              <a:t>distanca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je </a:t>
            </a:r>
            <a:r>
              <a:rPr lang="en-US" dirty="0" err="1"/>
              <a:t>oko</a:t>
            </a:r>
            <a:r>
              <a:rPr lang="en-US" dirty="0"/>
              <a:t> 0.5 km (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u </a:t>
            </a:r>
            <a:r>
              <a:rPr lang="en-US" dirty="0" err="1"/>
              <a:t>istim</a:t>
            </a:r>
            <a:r>
              <a:rPr lang="en-US" dirty="0"/>
              <a:t> </a:t>
            </a:r>
            <a:r>
              <a:rPr lang="en-US" dirty="0" err="1"/>
              <a:t>urbanim</a:t>
            </a:r>
            <a:r>
              <a:rPr lang="en-US" dirty="0"/>
              <a:t> </a:t>
            </a:r>
            <a:r>
              <a:rPr lang="en-US" dirty="0" err="1"/>
              <a:t>zonama</a:t>
            </a:r>
            <a:r>
              <a:rPr lang="en-US" dirty="0"/>
              <a:t>), </a:t>
            </a:r>
            <a:r>
              <a:rPr lang="en-US" dirty="0" err="1"/>
              <a:t>prosječna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78 km,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183 km,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koridori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rubni</a:t>
            </a:r>
            <a:r>
              <a:rPr lang="en-US" dirty="0"/>
              <a:t> </a:t>
            </a:r>
            <a:r>
              <a:rPr lang="en-US" dirty="0" err="1"/>
              <a:t>djelovi</a:t>
            </a:r>
            <a:r>
              <a:rPr lang="en-US" dirty="0"/>
              <a:t> </a:t>
            </a:r>
            <a:r>
              <a:rPr lang="en-US" dirty="0" err="1"/>
              <a:t>države</a:t>
            </a:r>
            <a:r>
              <a:rPr lang="en-US" dirty="0"/>
              <a:t> </a:t>
            </a:r>
            <a:r>
              <a:rPr lang="en-US" dirty="0" err="1"/>
              <a:t>pokriveni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gusto </a:t>
            </a:r>
            <a:r>
              <a:rPr lang="en-US" dirty="0" err="1"/>
              <a:t>postavljenih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u </a:t>
            </a:r>
            <a:r>
              <a:rPr lang="en-US" dirty="0" err="1"/>
              <a:t>centralnim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primorskim</a:t>
            </a:r>
            <a:r>
              <a:rPr lang="en-US" dirty="0"/>
              <a:t> </a:t>
            </a:r>
            <a:r>
              <a:rPr lang="en-US" dirty="0" err="1"/>
              <a:t>zonama</a:t>
            </a:r>
            <a:r>
              <a:rPr lang="en-US" dirty="0"/>
              <a:t>.​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19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408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5477" y="137160"/>
            <a:ext cx="10018713" cy="765047"/>
          </a:xfrm>
        </p:spPr>
        <p:txBody>
          <a:bodyPr/>
          <a:lstStyle/>
          <a:p>
            <a:r>
              <a:rPr lang="sr-Latn-ME" dirty="0" smtClean="0"/>
              <a:t>Rezultat 2 – 37 punjača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5478" y="1005840"/>
            <a:ext cx="10018713" cy="5632703"/>
          </a:xfrm>
        </p:spPr>
        <p:txBody>
          <a:bodyPr>
            <a:normAutofit/>
          </a:bodyPr>
          <a:lstStyle/>
          <a:p>
            <a:pPr lvl="0"/>
            <a:r>
              <a:rPr lang="en-US" dirty="0" err="1"/>
              <a:t>Rezultat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Najbolji</a:t>
            </a:r>
            <a:r>
              <a:rPr lang="en-US" dirty="0" smtClean="0"/>
              <a:t> </a:t>
            </a:r>
            <a:r>
              <a:rPr lang="en-US" dirty="0"/>
              <a:t>fitness 598.86, </a:t>
            </a:r>
            <a:r>
              <a:rPr lang="en-US" dirty="0" err="1"/>
              <a:t>sa</a:t>
            </a:r>
            <a:r>
              <a:rPr lang="en-US" dirty="0"/>
              <a:t> 37 </a:t>
            </a:r>
            <a:r>
              <a:rPr lang="en-US" dirty="0" err="1"/>
              <a:t>stanica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nešto</a:t>
            </a:r>
            <a:r>
              <a:rPr lang="en-US" dirty="0"/>
              <a:t> </a:t>
            </a:r>
            <a:r>
              <a:rPr lang="en-US" dirty="0" err="1"/>
              <a:t>većim</a:t>
            </a:r>
            <a:r>
              <a:rPr lang="en-US" dirty="0"/>
              <a:t> </a:t>
            </a:r>
            <a:r>
              <a:rPr lang="en-US" dirty="0" err="1"/>
              <a:t>prosječnim</a:t>
            </a:r>
            <a:r>
              <a:rPr lang="en-US" dirty="0"/>
              <a:t> </a:t>
            </a:r>
            <a:r>
              <a:rPr lang="en-US" dirty="0" err="1"/>
              <a:t>kapacitetom</a:t>
            </a:r>
            <a:r>
              <a:rPr lang="en-US" dirty="0"/>
              <a:t> od 3.3 </a:t>
            </a:r>
            <a:r>
              <a:rPr lang="en-US" dirty="0" err="1"/>
              <a:t>punjačka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, </a:t>
            </a:r>
            <a:r>
              <a:rPr lang="en-US" dirty="0" err="1"/>
              <a:t>dobijenom</a:t>
            </a:r>
            <a:r>
              <a:rPr lang="en-US" dirty="0"/>
              <a:t> </a:t>
            </a:r>
            <a:r>
              <a:rPr lang="en-US" dirty="0" err="1"/>
              <a:t>kad</a:t>
            </a:r>
            <a:r>
              <a:rPr lang="en-US" dirty="0"/>
              <a:t> se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</a:t>
            </a:r>
            <a:r>
              <a:rPr lang="en-US" dirty="0" err="1"/>
              <a:t>računa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populacija</a:t>
            </a:r>
            <a:r>
              <a:rPr lang="en-US" dirty="0"/>
              <a:t> </a:t>
            </a:r>
            <a:r>
              <a:rPr lang="en-US" dirty="0" err="1"/>
              <a:t>podijeljena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20 000 </a:t>
            </a:r>
            <a:r>
              <a:rPr lang="en-US" dirty="0" err="1"/>
              <a:t>umjesto</a:t>
            </a:r>
            <a:r>
              <a:rPr lang="en-US" dirty="0"/>
              <a:t> 15 000.​</a:t>
            </a:r>
          </a:p>
          <a:p>
            <a:pPr lvl="0"/>
            <a:r>
              <a:rPr lang="en-US" dirty="0" err="1"/>
              <a:t>Pokrivenost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Svi</a:t>
            </a:r>
            <a:r>
              <a:rPr lang="en-US" dirty="0" smtClean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srednji</a:t>
            </a:r>
            <a:r>
              <a:rPr lang="en-US" dirty="0"/>
              <a:t> </a:t>
            </a:r>
            <a:r>
              <a:rPr lang="en-US" dirty="0" err="1"/>
              <a:t>gradovi</a:t>
            </a:r>
            <a:r>
              <a:rPr lang="en-US" dirty="0"/>
              <a:t> (Podgorica, </a:t>
            </a:r>
            <a:r>
              <a:rPr lang="en-US" dirty="0" err="1"/>
              <a:t>Nikšić</a:t>
            </a:r>
            <a:r>
              <a:rPr lang="en-US" dirty="0"/>
              <a:t>, Bar, </a:t>
            </a:r>
            <a:r>
              <a:rPr lang="en-US" dirty="0" err="1"/>
              <a:t>Budva</a:t>
            </a:r>
            <a:r>
              <a:rPr lang="en-US" dirty="0"/>
              <a:t>, </a:t>
            </a:r>
            <a:r>
              <a:rPr lang="en-US" dirty="0" err="1"/>
              <a:t>Tivat</a:t>
            </a:r>
            <a:r>
              <a:rPr lang="en-US" dirty="0"/>
              <a:t>, Kotor, </a:t>
            </a:r>
            <a:r>
              <a:rPr lang="en-US" dirty="0" err="1"/>
              <a:t>Herceg</a:t>
            </a:r>
            <a:r>
              <a:rPr lang="en-US" dirty="0"/>
              <a:t> Novi </a:t>
            </a:r>
            <a:r>
              <a:rPr lang="en-US" dirty="0" err="1"/>
              <a:t>itd</a:t>
            </a:r>
            <a:r>
              <a:rPr lang="en-US" dirty="0"/>
              <a:t>.)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0 km do </a:t>
            </a:r>
            <a:r>
              <a:rPr lang="en-US" dirty="0" err="1"/>
              <a:t>najbližeg</a:t>
            </a:r>
            <a:r>
              <a:rPr lang="en-US" dirty="0"/>
              <a:t> </a:t>
            </a:r>
            <a:r>
              <a:rPr lang="en-US" dirty="0" err="1"/>
              <a:t>punjača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najudaljenije</a:t>
            </a:r>
            <a:r>
              <a:rPr lang="en-US" dirty="0"/>
              <a:t> </a:t>
            </a:r>
            <a:r>
              <a:rPr lang="en-US" dirty="0" err="1"/>
              <a:t>manje</a:t>
            </a:r>
            <a:r>
              <a:rPr lang="en-US" dirty="0"/>
              <a:t> </a:t>
            </a:r>
            <a:r>
              <a:rPr lang="en-US" dirty="0" err="1"/>
              <a:t>opštine</a:t>
            </a:r>
            <a:r>
              <a:rPr lang="en-US" dirty="0"/>
              <a:t> (</a:t>
            </a:r>
            <a:r>
              <a:rPr lang="en-US" dirty="0" err="1"/>
              <a:t>Mojkovac</a:t>
            </a:r>
            <a:r>
              <a:rPr lang="en-US" dirty="0"/>
              <a:t>, </a:t>
            </a:r>
            <a:r>
              <a:rPr lang="en-US" dirty="0" err="1"/>
              <a:t>Kolašin</a:t>
            </a:r>
            <a:r>
              <a:rPr lang="en-US" dirty="0"/>
              <a:t>, </a:t>
            </a:r>
            <a:r>
              <a:rPr lang="en-US" dirty="0" err="1"/>
              <a:t>Petnjica</a:t>
            </a:r>
            <a:r>
              <a:rPr lang="en-US" dirty="0"/>
              <a:t>, </a:t>
            </a:r>
            <a:r>
              <a:rPr lang="en-US" dirty="0" err="1"/>
              <a:t>Gusinje</a:t>
            </a:r>
            <a:r>
              <a:rPr lang="en-US" dirty="0"/>
              <a:t>, </a:t>
            </a:r>
            <a:r>
              <a:rPr lang="en-US" dirty="0" err="1"/>
              <a:t>Žabljak</a:t>
            </a:r>
            <a:r>
              <a:rPr lang="en-US" dirty="0"/>
              <a:t>, </a:t>
            </a:r>
            <a:r>
              <a:rPr lang="en-US" dirty="0" err="1"/>
              <a:t>Plužine</a:t>
            </a:r>
            <a:r>
              <a:rPr lang="en-US" dirty="0"/>
              <a:t>) </a:t>
            </a:r>
            <a:r>
              <a:rPr lang="en-US" dirty="0" err="1"/>
              <a:t>imaju</a:t>
            </a:r>
            <a:r>
              <a:rPr lang="en-US" dirty="0"/>
              <a:t> 7–13 km do </a:t>
            </a:r>
            <a:r>
              <a:rPr lang="en-US" dirty="0" err="1"/>
              <a:t>najbliže</a:t>
            </a:r>
            <a:r>
              <a:rPr lang="en-US" dirty="0"/>
              <a:t> </a:t>
            </a:r>
            <a:r>
              <a:rPr lang="en-US" dirty="0" err="1"/>
              <a:t>stanice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ocijenjeno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“</a:t>
            </a:r>
            <a:r>
              <a:rPr lang="en-US" dirty="0" err="1"/>
              <a:t>Odličan</a:t>
            </a:r>
            <a:r>
              <a:rPr lang="en-US" dirty="0"/>
              <a:t>” status </a:t>
            </a:r>
            <a:r>
              <a:rPr lang="en-US" dirty="0" err="1"/>
              <a:t>pokrivenosti</a:t>
            </a:r>
            <a:r>
              <a:rPr lang="en-US" dirty="0"/>
              <a:t>.​</a:t>
            </a:r>
          </a:p>
          <a:p>
            <a:pPr lvl="0"/>
            <a:r>
              <a:rPr lang="en-US" dirty="0" err="1"/>
              <a:t>Geometrija</a:t>
            </a:r>
            <a:r>
              <a:rPr lang="en-US" dirty="0"/>
              <a:t>: </a:t>
            </a:r>
            <a:endParaRPr lang="sr-Latn-ME" dirty="0" smtClean="0"/>
          </a:p>
          <a:p>
            <a:pPr lvl="1"/>
            <a:r>
              <a:rPr lang="en-US" dirty="0" err="1" smtClean="0"/>
              <a:t>Minimalna</a:t>
            </a:r>
            <a:r>
              <a:rPr lang="en-US" dirty="0" smtClean="0"/>
              <a:t> </a:t>
            </a:r>
            <a:r>
              <a:rPr lang="en-US" dirty="0" err="1"/>
              <a:t>međusobna</a:t>
            </a:r>
            <a:r>
              <a:rPr lang="en-US" dirty="0"/>
              <a:t> </a:t>
            </a:r>
            <a:r>
              <a:rPr lang="en-US" dirty="0" err="1"/>
              <a:t>distanca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je </a:t>
            </a:r>
            <a:r>
              <a:rPr lang="en-US" dirty="0" err="1"/>
              <a:t>oko</a:t>
            </a:r>
            <a:r>
              <a:rPr lang="en-US" dirty="0"/>
              <a:t> 1.1 km, </a:t>
            </a:r>
            <a:r>
              <a:rPr lang="en-US" dirty="0" err="1"/>
              <a:t>prosječna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76 km,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184 km,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pokazuje</a:t>
            </a:r>
            <a:r>
              <a:rPr lang="en-US" dirty="0"/>
              <a:t> da se </a:t>
            </a:r>
            <a:r>
              <a:rPr lang="en-US" dirty="0" err="1"/>
              <a:t>blagi</a:t>
            </a:r>
            <a:r>
              <a:rPr lang="en-US" dirty="0"/>
              <a:t> pad </a:t>
            </a:r>
            <a:r>
              <a:rPr lang="en-US" dirty="0" err="1"/>
              <a:t>broja</a:t>
            </a:r>
            <a:r>
              <a:rPr lang="en-US" dirty="0"/>
              <a:t> </a:t>
            </a:r>
            <a:r>
              <a:rPr lang="en-US" dirty="0" err="1"/>
              <a:t>stanica</a:t>
            </a:r>
            <a:r>
              <a:rPr lang="en-US" dirty="0"/>
              <a:t> </a:t>
            </a:r>
            <a:r>
              <a:rPr lang="en-US" dirty="0" err="1"/>
              <a:t>kompenzuje</a:t>
            </a:r>
            <a:r>
              <a:rPr lang="en-US" dirty="0"/>
              <a:t> </a:t>
            </a:r>
            <a:r>
              <a:rPr lang="en-US" dirty="0" err="1"/>
              <a:t>nešto</a:t>
            </a:r>
            <a:r>
              <a:rPr lang="en-US" dirty="0"/>
              <a:t> </a:t>
            </a:r>
            <a:r>
              <a:rPr lang="en-US" dirty="0" err="1"/>
              <a:t>većim</a:t>
            </a:r>
            <a:r>
              <a:rPr lang="en-US" dirty="0"/>
              <a:t> </a:t>
            </a:r>
            <a:r>
              <a:rPr lang="en-US" dirty="0" err="1"/>
              <a:t>kapacitetima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pažljivijim</a:t>
            </a:r>
            <a:r>
              <a:rPr lang="en-US" dirty="0"/>
              <a:t> </a:t>
            </a:r>
            <a:r>
              <a:rPr lang="en-US" dirty="0" err="1"/>
              <a:t>pozicioniranjem</a:t>
            </a:r>
            <a:r>
              <a:rPr lang="en-US" dirty="0"/>
              <a:t> </a:t>
            </a:r>
            <a:r>
              <a:rPr lang="en-US" dirty="0" err="1"/>
              <a:t>duž</a:t>
            </a:r>
            <a:r>
              <a:rPr lang="en-US" dirty="0"/>
              <a:t> </a:t>
            </a:r>
            <a:r>
              <a:rPr lang="en-US" dirty="0" err="1"/>
              <a:t>glavnih</a:t>
            </a:r>
            <a:r>
              <a:rPr lang="en-US" dirty="0"/>
              <a:t> </a:t>
            </a:r>
            <a:r>
              <a:rPr lang="en-US" dirty="0" err="1"/>
              <a:t>saobraćajnica</a:t>
            </a:r>
            <a:r>
              <a:rPr lang="en-US" dirty="0"/>
              <a:t>.​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21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2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5971" y="402336"/>
            <a:ext cx="10018713" cy="874775"/>
          </a:xfrm>
        </p:spPr>
        <p:txBody>
          <a:bodyPr/>
          <a:lstStyle/>
          <a:p>
            <a:r>
              <a:rPr lang="sr-Latn-ME" dirty="0" smtClean="0"/>
              <a:t>Zaključak – koji slučaj je bolji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4943894"/>
              </p:ext>
            </p:extLst>
          </p:nvPr>
        </p:nvGraphicFramePr>
        <p:xfrm>
          <a:off x="1947671" y="1379919"/>
          <a:ext cx="9877014" cy="480560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59537"/>
                <a:gridCol w="996696"/>
                <a:gridCol w="1865376"/>
                <a:gridCol w="3127248"/>
                <a:gridCol w="3028157"/>
              </a:tblGrid>
              <a:tr h="6143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Broj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stanica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62047" marB="62047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Fitness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62047" marB="62047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Distanca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grad–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punjač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62047" marB="62047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Ključna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prednost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62047" marB="62047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Ključna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mana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62047" marB="62047"/>
                </a:tc>
              </a:tr>
              <a:tr h="207983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</a:t>
                      </a:r>
                      <a:endParaRPr lang="en-U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554.08</a:t>
                      </a:r>
                      <a:endParaRPr lang="en-U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Svi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gradovi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0 km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Maksimalna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prostorna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sigurnost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politički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“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čist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”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rezultat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svaka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opština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stanicu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u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centru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.​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Viši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investicioni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trošak</a:t>
                      </a:r>
                      <a:endParaRPr lang="sr-Latn-ME" sz="1600" dirty="0" smtClean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iše</a:t>
                      </a:r>
                      <a:r>
                        <a:rPr lang="en-US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infrastru</a:t>
                      </a: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ture</a:t>
                      </a:r>
                      <a:endParaRPr lang="sr-Latn-ME" sz="1600" dirty="0" smtClean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Teže 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održavanj</a:t>
                      </a: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relativno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dobitak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</a:tr>
              <a:tr h="207983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</a:t>
                      </a:r>
                      <a:endParaRPr lang="en-US" sz="18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598.86</a:t>
                      </a:r>
                      <a:endParaRPr lang="en-US" sz="18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Veliki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gradovi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r>
                        <a:rPr lang="en-US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km</a:t>
                      </a:r>
                      <a:endParaRPr lang="sr-Latn-ME" sz="1600" dirty="0" smtClean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sr-Latn-ME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1600" dirty="0" err="1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anji</a:t>
                      </a:r>
                      <a:r>
                        <a:rPr lang="en-US" sz="16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7–13 km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Manji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broj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stanica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uz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veći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fitness –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efikasnije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korišćenje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resursa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realističniji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model u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kome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se male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opštine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oslanjaju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najbliži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regionalni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centar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.​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Manje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politički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atraktivno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jer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nekoliko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malih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opština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nema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stanicu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tačno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u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gradu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već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udaljenosti</a:t>
                      </a:r>
                      <a:r>
                        <a:rPr lang="en-US" sz="16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do ~10 km.​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2047" marR="62047" marT="70838" marB="7083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8566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6760" y="255968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sr-Latn-ME" sz="8800" dirty="0" smtClean="0"/>
              <a:t>Hvala na pažnji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6136345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133</TotalTime>
  <Words>452</Words>
  <Application>Microsoft Office PowerPoint</Application>
  <PresentationFormat>Widescreen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Corbel</vt:lpstr>
      <vt:lpstr>Parallax</vt:lpstr>
      <vt:lpstr>IZVJEŠTAJ</vt:lpstr>
      <vt:lpstr>Način rada</vt:lpstr>
      <vt:lpstr>Fitness i kriterijumi</vt:lpstr>
      <vt:lpstr>Rezultat 1 – 41 punjač</vt:lpstr>
      <vt:lpstr>PowerPoint Presentation</vt:lpstr>
      <vt:lpstr>Rezultat 2 – 37 punjača</vt:lpstr>
      <vt:lpstr>PowerPoint Presentation</vt:lpstr>
      <vt:lpstr>Zaključak – koji slučaj je bolji</vt:lpstr>
      <vt:lpstr>Hvala na pažnji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IZVJEŠTAJ</dc:title>
  <dc:creator>Microsoft account</dc:creator>
  <cp:lastModifiedBy>Microsoft account</cp:lastModifiedBy>
  <cp:revision>8</cp:revision>
  <dcterms:created xsi:type="dcterms:W3CDTF">2025-12-24T17:48:32Z</dcterms:created>
  <dcterms:modified xsi:type="dcterms:W3CDTF">2025-12-29T13:12:43Z</dcterms:modified>
</cp:coreProperties>
</file>